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4" r:id="rId4"/>
    <p:sldId id="263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33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44322-5561-4E15-BA24-A9F675779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53E69-939C-43E2-989C-9FBEB5A9D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7F461-F525-4F81-83F0-DC56E385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00DAB-3749-40C4-A60D-1ECB1015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B4D49-2486-451D-A938-FFD50458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6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6435-70AB-4762-B45C-DF3F15E4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7D744-E2AF-4A73-BE44-8E03DB14B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868EF-8109-4427-B0E2-EA07AC7E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1018C-17C2-499F-8D01-1E963E66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B89C1-C4D2-4163-AA1C-9B9D7952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9EAEA-4700-4882-9A69-FA3EE9096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211E8-70EE-47E2-9DD7-F3F16E975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E9BAD-CCCA-480F-92E5-ECA4BEC46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F2577-A6B3-4E3F-ACD7-72B5B135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D948A-42EF-40BC-A4B2-0B4C4DEF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2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84ED-10DC-4B6C-8300-6970AF13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720FC-809C-4AEF-8E7E-4FB7B21B9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A109D-CE75-4EE7-8771-55885FBCB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2379C-E3FA-41DE-AFF8-7FC6866CA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45DC5-A0BC-4899-B8F2-9D2FCD65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941B-3460-4147-BB06-18429194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87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95E3-76ED-4550-A650-00D7FB812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08847-E4DD-4C68-870C-A9BAA9BB1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BB706-38E7-4541-8B20-B387555CA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C664A-BE77-42B5-B6F2-F2FCB907D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5B830-BB77-4E7B-AFE1-79A342FE8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BB2E8-7462-4909-90E8-E0DFA7B68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DC6A2-EE4F-4A87-ABA0-A61647EE7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A54E5-9053-4384-80BD-F40B4B45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51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AAFF5-F032-44F9-8194-27872B5C1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15FF5-5870-42EC-A114-7B8B79A4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77961-0D9E-4D53-BD70-E9FE9FAD0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28D39-5559-4D25-8DA8-B285C027F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12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60FE52-9E54-445A-A4B0-E3E0520A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7990C-9471-4D34-BD71-830573D2C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E718B-FF35-46C3-87AC-FB08618A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2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50DA-BBBF-41D2-A286-C20C1868E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3D42-1D2F-4A4E-8A92-1D2A22C3D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4D2B3-BF89-4D7A-9543-02A64BDA1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91428-0DB7-4945-909E-E116C0F25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9BFC0-038B-46B9-9A56-958383AE5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5882D-6ECA-40AD-A692-E8035E5A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3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FA75-C56D-4245-808E-4911D9628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04DB55-8A0F-45FE-8C20-9AB599A03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0DDEC-66E5-4B6F-8988-A3220C6A1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3EAFF-E492-45FB-AD4F-599218A45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712A6-1D16-48B3-AC48-2BE82922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EF390-4408-4A37-BCE9-D3AA1D15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3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0752-1704-441C-8E0A-3B20205B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F450B-E24D-46F3-BA72-1182B213F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3EB14-0FA7-4132-B305-28E8CC57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C51D3-E115-4185-95A6-7935C6B39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C2B83-A84B-4F01-9D48-802AEF47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7E5911-3814-4BF2-8B32-E4B98687C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EE51E-EA46-4ACA-8395-B3FB3EDDB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14B70-EDEF-47A8-8295-409B582ED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7603D-FE5B-40F7-A7C3-AAD3D09DA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104E-603A-4CCE-84D6-6C2FB0EB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8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1F254-7E1D-4ADC-8D97-1D74A8A52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A81BC-70B1-47B3-B047-4F7DE104E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DA33F-7DAE-4E82-87EA-62945B863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B5DBF-9454-4F52-81E8-6C071F5BD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15F52-FC11-4423-9EB2-0F9C471DA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5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0580ACE8-62D2-49A1-B535-6AEBB271063F}"/>
              </a:ext>
            </a:extLst>
          </p:cNvPr>
          <p:cNvSpPr/>
          <p:nvPr/>
        </p:nvSpPr>
        <p:spPr>
          <a:xfrm>
            <a:off x="2654185" y="1852317"/>
            <a:ext cx="1665612" cy="843533"/>
          </a:xfrm>
          <a:prstGeom prst="curved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3E22B-4550-4F82-83D3-4A868D0A8CE0}"/>
              </a:ext>
            </a:extLst>
          </p:cNvPr>
          <p:cNvSpPr txBox="1"/>
          <p:nvPr/>
        </p:nvSpPr>
        <p:spPr>
          <a:xfrm>
            <a:off x="1337094" y="448574"/>
            <a:ext cx="200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互感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A9C639-A6E5-406B-8C65-29B6E225ED43}"/>
              </a:ext>
            </a:extLst>
          </p:cNvPr>
          <p:cNvCxnSpPr>
            <a:cxnSpLocks/>
          </p:cNvCxnSpPr>
          <p:nvPr/>
        </p:nvCxnSpPr>
        <p:spPr>
          <a:xfrm flipH="1">
            <a:off x="3897889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28382D-7F48-4FCF-B8A7-2B7F3B475EF3}"/>
              </a:ext>
            </a:extLst>
          </p:cNvPr>
          <p:cNvCxnSpPr>
            <a:cxnSpLocks/>
          </p:cNvCxnSpPr>
          <p:nvPr/>
        </p:nvCxnSpPr>
        <p:spPr>
          <a:xfrm flipH="1">
            <a:off x="4342148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1A9D4B3-6351-4FF4-91C4-6A4E14BADBE8}"/>
              </a:ext>
            </a:extLst>
          </p:cNvPr>
          <p:cNvSpPr/>
          <p:nvPr/>
        </p:nvSpPr>
        <p:spPr>
          <a:xfrm flipH="1">
            <a:off x="3896221" y="2542792"/>
            <a:ext cx="435630" cy="2587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C7A180-F951-42E2-9839-CB4F3FB9EFAB}"/>
              </a:ext>
            </a:extLst>
          </p:cNvPr>
          <p:cNvSpPr/>
          <p:nvPr/>
        </p:nvSpPr>
        <p:spPr>
          <a:xfrm flipH="1">
            <a:off x="3906520" y="4074482"/>
            <a:ext cx="435628" cy="2587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00DAAF-A046-4A45-B76E-754DAA3B274A}"/>
              </a:ext>
            </a:extLst>
          </p:cNvPr>
          <p:cNvCxnSpPr>
            <a:cxnSpLocks/>
          </p:cNvCxnSpPr>
          <p:nvPr/>
        </p:nvCxnSpPr>
        <p:spPr>
          <a:xfrm flipH="1">
            <a:off x="3891904" y="2897885"/>
            <a:ext cx="879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98E1BEDA-8222-4DDC-9AA2-894827652041}"/>
              </a:ext>
            </a:extLst>
          </p:cNvPr>
          <p:cNvSpPr/>
          <p:nvPr/>
        </p:nvSpPr>
        <p:spPr>
          <a:xfrm flipH="1">
            <a:off x="3807316" y="2901186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EC276E2F-60E3-4D5E-B4C4-6A3C19B34444}"/>
              </a:ext>
            </a:extLst>
          </p:cNvPr>
          <p:cNvSpPr/>
          <p:nvPr/>
        </p:nvSpPr>
        <p:spPr>
          <a:xfrm>
            <a:off x="4265297" y="306111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AABBF-12A0-4778-83C9-5E8CCBDC3FF8}"/>
              </a:ext>
            </a:extLst>
          </p:cNvPr>
          <p:cNvCxnSpPr>
            <a:cxnSpLocks/>
          </p:cNvCxnSpPr>
          <p:nvPr/>
        </p:nvCxnSpPr>
        <p:spPr>
          <a:xfrm flipH="1">
            <a:off x="3902243" y="322669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4710FF18-7C88-4F7E-907E-DB3B0D27CB7F}"/>
              </a:ext>
            </a:extLst>
          </p:cNvPr>
          <p:cNvSpPr/>
          <p:nvPr/>
        </p:nvSpPr>
        <p:spPr>
          <a:xfrm flipH="1">
            <a:off x="3793798" y="322334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5C18AE3-093B-4217-864B-2861075A505B}"/>
              </a:ext>
            </a:extLst>
          </p:cNvPr>
          <p:cNvCxnSpPr>
            <a:cxnSpLocks/>
          </p:cNvCxnSpPr>
          <p:nvPr/>
        </p:nvCxnSpPr>
        <p:spPr>
          <a:xfrm flipH="1">
            <a:off x="3882907" y="3868477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881D54F7-1B94-49C5-94ED-40C8F14B4DD3}"/>
              </a:ext>
            </a:extLst>
          </p:cNvPr>
          <p:cNvSpPr/>
          <p:nvPr/>
        </p:nvSpPr>
        <p:spPr>
          <a:xfrm>
            <a:off x="4242944" y="338368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ADE7F5D0-E6D8-451D-A137-D991573E075A}"/>
              </a:ext>
            </a:extLst>
          </p:cNvPr>
          <p:cNvSpPr/>
          <p:nvPr/>
        </p:nvSpPr>
        <p:spPr>
          <a:xfrm flipH="1">
            <a:off x="3801820" y="3540080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AD376D2-7992-4328-8D8C-A1A8BA4E90C9}"/>
              </a:ext>
            </a:extLst>
          </p:cNvPr>
          <p:cNvSpPr/>
          <p:nvPr/>
        </p:nvSpPr>
        <p:spPr>
          <a:xfrm>
            <a:off x="4265297" y="3704574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2544755-C286-4BB2-877E-8A985EBEC985}"/>
              </a:ext>
            </a:extLst>
          </p:cNvPr>
          <p:cNvCxnSpPr>
            <a:cxnSpLocks/>
          </p:cNvCxnSpPr>
          <p:nvPr/>
        </p:nvCxnSpPr>
        <p:spPr>
          <a:xfrm flipH="1">
            <a:off x="3882907" y="354758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 43">
            <a:extLst>
              <a:ext uri="{FF2B5EF4-FFF2-40B4-BE49-F238E27FC236}">
                <a16:creationId xmlns:a16="http://schemas.microsoft.com/office/drawing/2014/main" id="{F127AC92-6492-4719-94BB-9534ED9D30C3}"/>
              </a:ext>
            </a:extLst>
          </p:cNvPr>
          <p:cNvSpPr/>
          <p:nvPr/>
        </p:nvSpPr>
        <p:spPr>
          <a:xfrm flipH="1">
            <a:off x="3801819" y="387272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7D2A5B-58FF-4713-90EF-007EA2EF244D}"/>
              </a:ext>
            </a:extLst>
          </p:cNvPr>
          <p:cNvCxnSpPr>
            <a:cxnSpLocks/>
          </p:cNvCxnSpPr>
          <p:nvPr/>
        </p:nvCxnSpPr>
        <p:spPr>
          <a:xfrm flipH="1">
            <a:off x="4331851" y="4036631"/>
            <a:ext cx="435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4E5F40E-9838-46A9-AC69-30B35AFD9EAC}"/>
              </a:ext>
            </a:extLst>
          </p:cNvPr>
          <p:cNvGrpSpPr/>
          <p:nvPr/>
        </p:nvGrpSpPr>
        <p:grpSpPr>
          <a:xfrm>
            <a:off x="1787502" y="2566453"/>
            <a:ext cx="1316526" cy="1790482"/>
            <a:chOff x="1853681" y="2595141"/>
            <a:chExt cx="1316526" cy="179048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BF9D77C-71B9-4EA0-A762-CC91778C9EAE}"/>
                </a:ext>
              </a:extLst>
            </p:cNvPr>
            <p:cNvCxnSpPr>
              <a:cxnSpLocks/>
            </p:cNvCxnSpPr>
            <p:nvPr/>
          </p:nvCxnSpPr>
          <p:spPr>
            <a:xfrm>
              <a:off x="2605177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C2931B-FA0A-4879-A079-3C807FD6CE16}"/>
                </a:ext>
              </a:extLst>
            </p:cNvPr>
            <p:cNvCxnSpPr>
              <a:cxnSpLocks/>
            </p:cNvCxnSpPr>
            <p:nvPr/>
          </p:nvCxnSpPr>
          <p:spPr>
            <a:xfrm>
              <a:off x="3049436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C8E42C8-BECE-4DF4-BA8C-6C470CBDB709}"/>
                </a:ext>
              </a:extLst>
            </p:cNvPr>
            <p:cNvSpPr/>
            <p:nvPr/>
          </p:nvSpPr>
          <p:spPr>
            <a:xfrm>
              <a:off x="2603509" y="2595141"/>
              <a:ext cx="435630" cy="2587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57335FD-ED2C-4F91-A18A-B6D7959DB8BB}"/>
                </a:ext>
              </a:extLst>
            </p:cNvPr>
            <p:cNvSpPr/>
            <p:nvPr/>
          </p:nvSpPr>
          <p:spPr>
            <a:xfrm>
              <a:off x="2613808" y="4126831"/>
              <a:ext cx="435628" cy="2587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205098E-A604-4C75-B118-CC192038B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681" y="2950235"/>
              <a:ext cx="1195755" cy="14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B2783CB1-0E35-4CEE-8BAD-7AE65AC3DAA1}"/>
                </a:ext>
              </a:extLst>
            </p:cNvPr>
            <p:cNvSpPr/>
            <p:nvPr/>
          </p:nvSpPr>
          <p:spPr>
            <a:xfrm>
              <a:off x="2950233" y="2950235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DFA3BCC9-1129-428D-B37E-3F559ACE77CC}"/>
                </a:ext>
              </a:extLst>
            </p:cNvPr>
            <p:cNvSpPr/>
            <p:nvPr/>
          </p:nvSpPr>
          <p:spPr>
            <a:xfrm flipH="1">
              <a:off x="2496599" y="3118448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FA70794-C183-4758-83E3-5EAF31339E7F}"/>
                </a:ext>
              </a:extLst>
            </p:cNvPr>
            <p:cNvCxnSpPr>
              <a:cxnSpLocks/>
            </p:cNvCxnSpPr>
            <p:nvPr/>
          </p:nvCxnSpPr>
          <p:spPr>
            <a:xfrm>
              <a:off x="2595802" y="3282351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B7DA7853-CD7A-4DA5-9D45-103348198CEA}"/>
                </a:ext>
              </a:extLst>
            </p:cNvPr>
            <p:cNvSpPr/>
            <p:nvPr/>
          </p:nvSpPr>
          <p:spPr>
            <a:xfrm>
              <a:off x="2971800" y="3278041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0FCFFA6-DBF4-4DC2-A7D2-4BC626A8CD74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6" y="3611426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BFADBBA6-3375-4EFB-BC77-0F3CA2D2F016}"/>
                </a:ext>
              </a:extLst>
            </p:cNvPr>
            <p:cNvSpPr/>
            <p:nvPr/>
          </p:nvSpPr>
          <p:spPr>
            <a:xfrm flipH="1">
              <a:off x="2496598" y="344752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C8C1EA5D-9DFC-494F-AA32-A7C968ECE8F1}"/>
                </a:ext>
              </a:extLst>
            </p:cNvPr>
            <p:cNvSpPr/>
            <p:nvPr/>
          </p:nvSpPr>
          <p:spPr>
            <a:xfrm>
              <a:off x="2971800" y="362157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AFAB5342-9058-4E88-B5F1-C25E925357FF}"/>
                </a:ext>
              </a:extLst>
            </p:cNvPr>
            <p:cNvSpPr/>
            <p:nvPr/>
          </p:nvSpPr>
          <p:spPr>
            <a:xfrm flipH="1">
              <a:off x="2496598" y="3785476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FAE40D-EC02-4166-90C8-C933324BACAA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5" y="3949379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3659F66A-C235-4746-BE6C-9136A77D9B88}"/>
                </a:ext>
              </a:extLst>
            </p:cNvPr>
            <p:cNvSpPr/>
            <p:nvPr/>
          </p:nvSpPr>
          <p:spPr>
            <a:xfrm>
              <a:off x="2958855" y="3950997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D26FED8-9D89-4BF0-A3DB-FC62B7A5E262}"/>
                </a:ext>
              </a:extLst>
            </p:cNvPr>
            <p:cNvCxnSpPr>
              <a:cxnSpLocks/>
            </p:cNvCxnSpPr>
            <p:nvPr/>
          </p:nvCxnSpPr>
          <p:spPr>
            <a:xfrm>
              <a:off x="1937657" y="4114900"/>
              <a:ext cx="667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CB360DF-8342-4180-9249-4E8196268F8B}"/>
              </a:ext>
            </a:extLst>
          </p:cNvPr>
          <p:cNvCxnSpPr/>
          <p:nvPr/>
        </p:nvCxnSpPr>
        <p:spPr>
          <a:xfrm flipV="1">
            <a:off x="1693259" y="2914481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/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blipFill>
                <a:blip r:embed="rId2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/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blipFill>
                <a:blip r:embed="rId3"/>
                <a:stretch>
                  <a:fillRect l="-23684" r="-2105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F206899-4BE3-4371-9636-3D95DAF6B272}"/>
              </a:ext>
            </a:extLst>
          </p:cNvPr>
          <p:cNvCxnSpPr/>
          <p:nvPr/>
        </p:nvCxnSpPr>
        <p:spPr>
          <a:xfrm flipV="1">
            <a:off x="4483184" y="2887636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/>
              <p:nvPr/>
            </p:nvSpPr>
            <p:spPr>
              <a:xfrm>
                <a:off x="2313421" y="4891598"/>
                <a:ext cx="2726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421" y="4891598"/>
                <a:ext cx="272639" cy="276999"/>
              </a:xfrm>
              <a:prstGeom prst="rect">
                <a:avLst/>
              </a:prstGeom>
              <a:blipFill>
                <a:blip r:embed="rId4"/>
                <a:stretch>
                  <a:fillRect l="-20000" r="-4444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/>
              <p:nvPr/>
            </p:nvSpPr>
            <p:spPr>
              <a:xfrm>
                <a:off x="4242944" y="4891598"/>
                <a:ext cx="3098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944" y="4891598"/>
                <a:ext cx="309828" cy="276999"/>
              </a:xfrm>
              <a:prstGeom prst="rect">
                <a:avLst/>
              </a:prstGeom>
              <a:blipFill>
                <a:blip r:embed="rId5"/>
                <a:stretch>
                  <a:fillRect l="-15686" r="-3922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55FD85F-35D4-4368-A627-D2FCEDBEE0AF}"/>
                  </a:ext>
                </a:extLst>
              </p:cNvPr>
              <p:cNvSpPr txBox="1"/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55FD85F-35D4-4368-A627-D2FCEDBEE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blipFill>
                <a:blip r:embed="rId6"/>
                <a:stretch>
                  <a:fillRect r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3D2CC503-05BD-4193-9C13-FAB23221CFDE}"/>
              </a:ext>
            </a:extLst>
          </p:cNvPr>
          <p:cNvSpPr txBox="1"/>
          <p:nvPr/>
        </p:nvSpPr>
        <p:spPr>
          <a:xfrm>
            <a:off x="5279854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8394D4-AE89-480A-897C-4603DB3D124C}"/>
              </a:ext>
            </a:extLst>
          </p:cNvPr>
          <p:cNvSpPr txBox="1"/>
          <p:nvPr/>
        </p:nvSpPr>
        <p:spPr>
          <a:xfrm>
            <a:off x="5279854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8D727FB-79DE-41FE-A111-6E03D673A162}"/>
                  </a:ext>
                </a:extLst>
              </p:cNvPr>
              <p:cNvSpPr txBox="1"/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8D727FB-79DE-41FE-A111-6E03D673A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blipFill>
                <a:blip r:embed="rId7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95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0580ACE8-62D2-49A1-B535-6AEBB271063F}"/>
              </a:ext>
            </a:extLst>
          </p:cNvPr>
          <p:cNvSpPr/>
          <p:nvPr/>
        </p:nvSpPr>
        <p:spPr>
          <a:xfrm>
            <a:off x="2654185" y="1852317"/>
            <a:ext cx="1665612" cy="843533"/>
          </a:xfrm>
          <a:prstGeom prst="curved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3E22B-4550-4F82-83D3-4A868D0A8CE0}"/>
              </a:ext>
            </a:extLst>
          </p:cNvPr>
          <p:cNvSpPr txBox="1"/>
          <p:nvPr/>
        </p:nvSpPr>
        <p:spPr>
          <a:xfrm>
            <a:off x="1337094" y="448574"/>
            <a:ext cx="200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互感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A9C639-A6E5-406B-8C65-29B6E225ED43}"/>
              </a:ext>
            </a:extLst>
          </p:cNvPr>
          <p:cNvCxnSpPr>
            <a:cxnSpLocks/>
          </p:cNvCxnSpPr>
          <p:nvPr/>
        </p:nvCxnSpPr>
        <p:spPr>
          <a:xfrm flipH="1">
            <a:off x="3897889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28382D-7F48-4FCF-B8A7-2B7F3B475EF3}"/>
              </a:ext>
            </a:extLst>
          </p:cNvPr>
          <p:cNvCxnSpPr>
            <a:cxnSpLocks/>
          </p:cNvCxnSpPr>
          <p:nvPr/>
        </p:nvCxnSpPr>
        <p:spPr>
          <a:xfrm flipH="1">
            <a:off x="4342148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1A9D4B3-6351-4FF4-91C4-6A4E14BADBE8}"/>
              </a:ext>
            </a:extLst>
          </p:cNvPr>
          <p:cNvSpPr/>
          <p:nvPr/>
        </p:nvSpPr>
        <p:spPr>
          <a:xfrm flipH="1">
            <a:off x="3896221" y="2542792"/>
            <a:ext cx="435630" cy="2587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C7A180-F951-42E2-9839-CB4F3FB9EFAB}"/>
              </a:ext>
            </a:extLst>
          </p:cNvPr>
          <p:cNvSpPr/>
          <p:nvPr/>
        </p:nvSpPr>
        <p:spPr>
          <a:xfrm flipH="1">
            <a:off x="3906520" y="4074482"/>
            <a:ext cx="435628" cy="2587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00DAAF-A046-4A45-B76E-754DAA3B274A}"/>
              </a:ext>
            </a:extLst>
          </p:cNvPr>
          <p:cNvCxnSpPr>
            <a:cxnSpLocks/>
          </p:cNvCxnSpPr>
          <p:nvPr/>
        </p:nvCxnSpPr>
        <p:spPr>
          <a:xfrm flipH="1">
            <a:off x="3891904" y="2897885"/>
            <a:ext cx="879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98E1BEDA-8222-4DDC-9AA2-894827652041}"/>
              </a:ext>
            </a:extLst>
          </p:cNvPr>
          <p:cNvSpPr/>
          <p:nvPr/>
        </p:nvSpPr>
        <p:spPr>
          <a:xfrm flipH="1">
            <a:off x="3807316" y="2901186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EC276E2F-60E3-4D5E-B4C4-6A3C19B34444}"/>
              </a:ext>
            </a:extLst>
          </p:cNvPr>
          <p:cNvSpPr/>
          <p:nvPr/>
        </p:nvSpPr>
        <p:spPr>
          <a:xfrm>
            <a:off x="4265297" y="306111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AABBF-12A0-4778-83C9-5E8CCBDC3FF8}"/>
              </a:ext>
            </a:extLst>
          </p:cNvPr>
          <p:cNvCxnSpPr>
            <a:cxnSpLocks/>
          </p:cNvCxnSpPr>
          <p:nvPr/>
        </p:nvCxnSpPr>
        <p:spPr>
          <a:xfrm flipH="1">
            <a:off x="3902243" y="322669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4710FF18-7C88-4F7E-907E-DB3B0D27CB7F}"/>
              </a:ext>
            </a:extLst>
          </p:cNvPr>
          <p:cNvSpPr/>
          <p:nvPr/>
        </p:nvSpPr>
        <p:spPr>
          <a:xfrm flipH="1">
            <a:off x="3793798" y="322334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5C18AE3-093B-4217-864B-2861075A505B}"/>
              </a:ext>
            </a:extLst>
          </p:cNvPr>
          <p:cNvCxnSpPr>
            <a:cxnSpLocks/>
          </p:cNvCxnSpPr>
          <p:nvPr/>
        </p:nvCxnSpPr>
        <p:spPr>
          <a:xfrm flipH="1">
            <a:off x="3882907" y="3868477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881D54F7-1B94-49C5-94ED-40C8F14B4DD3}"/>
              </a:ext>
            </a:extLst>
          </p:cNvPr>
          <p:cNvSpPr/>
          <p:nvPr/>
        </p:nvSpPr>
        <p:spPr>
          <a:xfrm>
            <a:off x="4242944" y="338368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ADE7F5D0-E6D8-451D-A137-D991573E075A}"/>
              </a:ext>
            </a:extLst>
          </p:cNvPr>
          <p:cNvSpPr/>
          <p:nvPr/>
        </p:nvSpPr>
        <p:spPr>
          <a:xfrm flipH="1">
            <a:off x="3801820" y="3540080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AD376D2-7992-4328-8D8C-A1A8BA4E90C9}"/>
              </a:ext>
            </a:extLst>
          </p:cNvPr>
          <p:cNvSpPr/>
          <p:nvPr/>
        </p:nvSpPr>
        <p:spPr>
          <a:xfrm>
            <a:off x="4265297" y="3704574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2544755-C286-4BB2-877E-8A985EBEC985}"/>
              </a:ext>
            </a:extLst>
          </p:cNvPr>
          <p:cNvCxnSpPr>
            <a:cxnSpLocks/>
          </p:cNvCxnSpPr>
          <p:nvPr/>
        </p:nvCxnSpPr>
        <p:spPr>
          <a:xfrm flipH="1">
            <a:off x="3882907" y="354758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 43">
            <a:extLst>
              <a:ext uri="{FF2B5EF4-FFF2-40B4-BE49-F238E27FC236}">
                <a16:creationId xmlns:a16="http://schemas.microsoft.com/office/drawing/2014/main" id="{F127AC92-6492-4719-94BB-9534ED9D30C3}"/>
              </a:ext>
            </a:extLst>
          </p:cNvPr>
          <p:cNvSpPr/>
          <p:nvPr/>
        </p:nvSpPr>
        <p:spPr>
          <a:xfrm flipH="1">
            <a:off x="3801819" y="387272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7D2A5B-58FF-4713-90EF-007EA2EF244D}"/>
              </a:ext>
            </a:extLst>
          </p:cNvPr>
          <p:cNvCxnSpPr>
            <a:cxnSpLocks/>
          </p:cNvCxnSpPr>
          <p:nvPr/>
        </p:nvCxnSpPr>
        <p:spPr>
          <a:xfrm flipH="1">
            <a:off x="4331851" y="4036631"/>
            <a:ext cx="435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4E5F40E-9838-46A9-AC69-30B35AFD9EAC}"/>
              </a:ext>
            </a:extLst>
          </p:cNvPr>
          <p:cNvGrpSpPr/>
          <p:nvPr/>
        </p:nvGrpSpPr>
        <p:grpSpPr>
          <a:xfrm>
            <a:off x="1787502" y="2566453"/>
            <a:ext cx="1316526" cy="1790482"/>
            <a:chOff x="1853681" y="2595141"/>
            <a:chExt cx="1316526" cy="179048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BF9D77C-71B9-4EA0-A762-CC91778C9EAE}"/>
                </a:ext>
              </a:extLst>
            </p:cNvPr>
            <p:cNvCxnSpPr>
              <a:cxnSpLocks/>
            </p:cNvCxnSpPr>
            <p:nvPr/>
          </p:nvCxnSpPr>
          <p:spPr>
            <a:xfrm>
              <a:off x="2605177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C2931B-FA0A-4879-A079-3C807FD6CE16}"/>
                </a:ext>
              </a:extLst>
            </p:cNvPr>
            <p:cNvCxnSpPr>
              <a:cxnSpLocks/>
            </p:cNvCxnSpPr>
            <p:nvPr/>
          </p:nvCxnSpPr>
          <p:spPr>
            <a:xfrm>
              <a:off x="3049436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C8E42C8-BECE-4DF4-BA8C-6C470CBDB709}"/>
                </a:ext>
              </a:extLst>
            </p:cNvPr>
            <p:cNvSpPr/>
            <p:nvPr/>
          </p:nvSpPr>
          <p:spPr>
            <a:xfrm>
              <a:off x="2603509" y="2595141"/>
              <a:ext cx="435630" cy="2587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57335FD-ED2C-4F91-A18A-B6D7959DB8BB}"/>
                </a:ext>
              </a:extLst>
            </p:cNvPr>
            <p:cNvSpPr/>
            <p:nvPr/>
          </p:nvSpPr>
          <p:spPr>
            <a:xfrm>
              <a:off x="2613808" y="4126831"/>
              <a:ext cx="435628" cy="2587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205098E-A604-4C75-B118-CC192038B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681" y="2950235"/>
              <a:ext cx="1195755" cy="14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B2783CB1-0E35-4CEE-8BAD-7AE65AC3DAA1}"/>
                </a:ext>
              </a:extLst>
            </p:cNvPr>
            <p:cNvSpPr/>
            <p:nvPr/>
          </p:nvSpPr>
          <p:spPr>
            <a:xfrm>
              <a:off x="2950233" y="2950235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DFA3BCC9-1129-428D-B37E-3F559ACE77CC}"/>
                </a:ext>
              </a:extLst>
            </p:cNvPr>
            <p:cNvSpPr/>
            <p:nvPr/>
          </p:nvSpPr>
          <p:spPr>
            <a:xfrm flipH="1">
              <a:off x="2496599" y="3118448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FA70794-C183-4758-83E3-5EAF31339E7F}"/>
                </a:ext>
              </a:extLst>
            </p:cNvPr>
            <p:cNvCxnSpPr>
              <a:cxnSpLocks/>
            </p:cNvCxnSpPr>
            <p:nvPr/>
          </p:nvCxnSpPr>
          <p:spPr>
            <a:xfrm>
              <a:off x="2595802" y="3282351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B7DA7853-CD7A-4DA5-9D45-103348198CEA}"/>
                </a:ext>
              </a:extLst>
            </p:cNvPr>
            <p:cNvSpPr/>
            <p:nvPr/>
          </p:nvSpPr>
          <p:spPr>
            <a:xfrm>
              <a:off x="2971800" y="3278041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0FCFFA6-DBF4-4DC2-A7D2-4BC626A8CD74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6" y="3611426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BFADBBA6-3375-4EFB-BC77-0F3CA2D2F016}"/>
                </a:ext>
              </a:extLst>
            </p:cNvPr>
            <p:cNvSpPr/>
            <p:nvPr/>
          </p:nvSpPr>
          <p:spPr>
            <a:xfrm flipH="1">
              <a:off x="2496598" y="344752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C8C1EA5D-9DFC-494F-AA32-A7C968ECE8F1}"/>
                </a:ext>
              </a:extLst>
            </p:cNvPr>
            <p:cNvSpPr/>
            <p:nvPr/>
          </p:nvSpPr>
          <p:spPr>
            <a:xfrm>
              <a:off x="2971800" y="362157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AFAB5342-9058-4E88-B5F1-C25E925357FF}"/>
                </a:ext>
              </a:extLst>
            </p:cNvPr>
            <p:cNvSpPr/>
            <p:nvPr/>
          </p:nvSpPr>
          <p:spPr>
            <a:xfrm flipH="1">
              <a:off x="2496598" y="3785476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FAE40D-EC02-4166-90C8-C933324BACAA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5" y="3949379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3659F66A-C235-4746-BE6C-9136A77D9B88}"/>
                </a:ext>
              </a:extLst>
            </p:cNvPr>
            <p:cNvSpPr/>
            <p:nvPr/>
          </p:nvSpPr>
          <p:spPr>
            <a:xfrm>
              <a:off x="2958855" y="3950997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D26FED8-9D89-4BF0-A3DB-FC62B7A5E262}"/>
                </a:ext>
              </a:extLst>
            </p:cNvPr>
            <p:cNvCxnSpPr>
              <a:cxnSpLocks/>
            </p:cNvCxnSpPr>
            <p:nvPr/>
          </p:nvCxnSpPr>
          <p:spPr>
            <a:xfrm>
              <a:off x="1937657" y="4114900"/>
              <a:ext cx="667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0004536-9CC1-419E-8E0D-A4FB8395B018}"/>
              </a:ext>
            </a:extLst>
          </p:cNvPr>
          <p:cNvSpPr txBox="1"/>
          <p:nvPr/>
        </p:nvSpPr>
        <p:spPr>
          <a:xfrm>
            <a:off x="1211650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0169C3-7C56-412F-B9C0-C67FE237FD13}"/>
              </a:ext>
            </a:extLst>
          </p:cNvPr>
          <p:cNvSpPr txBox="1"/>
          <p:nvPr/>
        </p:nvSpPr>
        <p:spPr>
          <a:xfrm>
            <a:off x="1211650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68FC93-8785-43E7-A577-0217C2FBCDD4}"/>
                  </a:ext>
                </a:extLst>
              </p:cNvPr>
              <p:cNvSpPr txBox="1"/>
              <p:nvPr/>
            </p:nvSpPr>
            <p:spPr>
              <a:xfrm>
                <a:off x="897380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68FC93-8785-43E7-A577-0217C2FBC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80" y="3273786"/>
                <a:ext cx="314270" cy="369332"/>
              </a:xfrm>
              <a:prstGeom prst="rect">
                <a:avLst/>
              </a:prstGeom>
              <a:blipFill>
                <a:blip r:embed="rId2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CB360DF-8342-4180-9249-4E8196268F8B}"/>
              </a:ext>
            </a:extLst>
          </p:cNvPr>
          <p:cNvCxnSpPr/>
          <p:nvPr/>
        </p:nvCxnSpPr>
        <p:spPr>
          <a:xfrm flipV="1">
            <a:off x="1693259" y="2914481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/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blipFill>
                <a:blip r:embed="rId3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5CD56B2-C233-4E40-8769-57659D559F06}"/>
              </a:ext>
            </a:extLst>
          </p:cNvPr>
          <p:cNvCxnSpPr/>
          <p:nvPr/>
        </p:nvCxnSpPr>
        <p:spPr>
          <a:xfrm flipH="1">
            <a:off x="2181375" y="2919930"/>
            <a:ext cx="525463" cy="14238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CC58F59-8041-4746-857D-0CDEC748FFA1}"/>
              </a:ext>
            </a:extLst>
          </p:cNvPr>
          <p:cNvCxnSpPr>
            <a:cxnSpLocks/>
          </p:cNvCxnSpPr>
          <p:nvPr/>
        </p:nvCxnSpPr>
        <p:spPr>
          <a:xfrm flipV="1">
            <a:off x="1705348" y="3273786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D04678B-0F44-4CA2-83D5-E1019847BF6E}"/>
                  </a:ext>
                </a:extLst>
              </p:cNvPr>
              <p:cNvSpPr txBox="1"/>
              <p:nvPr/>
            </p:nvSpPr>
            <p:spPr>
              <a:xfrm>
                <a:off x="1758173" y="3280477"/>
                <a:ext cx="471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D04678B-0F44-4CA2-83D5-E1019847B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3280477"/>
                <a:ext cx="4716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E536A-210F-4A9B-BD86-0F0A19E7B48F}"/>
                  </a:ext>
                </a:extLst>
              </p:cNvPr>
              <p:cNvSpPr txBox="1"/>
              <p:nvPr/>
            </p:nvSpPr>
            <p:spPr>
              <a:xfrm>
                <a:off x="2107547" y="2549929"/>
                <a:ext cx="58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E536A-210F-4A9B-BD86-0F0A19E7B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47" y="2549929"/>
                <a:ext cx="583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E3677DC-08CD-4582-B553-BB091DFCE206}"/>
              </a:ext>
            </a:extLst>
          </p:cNvPr>
          <p:cNvCxnSpPr>
            <a:cxnSpLocks/>
          </p:cNvCxnSpPr>
          <p:nvPr/>
        </p:nvCxnSpPr>
        <p:spPr>
          <a:xfrm>
            <a:off x="2806700" y="3876575"/>
            <a:ext cx="0" cy="869898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/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blipFill>
                <a:blip r:embed="rId6"/>
                <a:stretch>
                  <a:fillRect l="-23684" r="-2105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67EA38-4B41-46C5-8518-50F58AFA9562}"/>
                  </a:ext>
                </a:extLst>
              </p:cNvPr>
              <p:cNvSpPr txBox="1"/>
              <p:nvPr/>
            </p:nvSpPr>
            <p:spPr>
              <a:xfrm>
                <a:off x="2917488" y="4587959"/>
                <a:ext cx="4260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67EA38-4B41-46C5-8518-50F58AFA9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488" y="4587959"/>
                <a:ext cx="426014" cy="276999"/>
              </a:xfrm>
              <a:prstGeom prst="rect">
                <a:avLst/>
              </a:prstGeom>
              <a:blipFill>
                <a:blip r:embed="rId7"/>
                <a:stretch>
                  <a:fillRect l="-13043" r="-579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F206899-4BE3-4371-9636-3D95DAF6B272}"/>
              </a:ext>
            </a:extLst>
          </p:cNvPr>
          <p:cNvCxnSpPr/>
          <p:nvPr/>
        </p:nvCxnSpPr>
        <p:spPr>
          <a:xfrm flipV="1">
            <a:off x="4483184" y="2887636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CBC64D-6C60-464B-9087-05E5379DBB05}"/>
                  </a:ext>
                </a:extLst>
              </p:cNvPr>
              <p:cNvSpPr txBox="1"/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CBC64D-6C60-464B-9087-05E5379DB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blipFill>
                <a:blip r:embed="rId8"/>
                <a:stretch>
                  <a:fillRect r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E3E162A-E0A4-47AF-93D2-CF7D7A668DFC}"/>
              </a:ext>
            </a:extLst>
          </p:cNvPr>
          <p:cNvCxnSpPr>
            <a:cxnSpLocks/>
          </p:cNvCxnSpPr>
          <p:nvPr/>
        </p:nvCxnSpPr>
        <p:spPr>
          <a:xfrm flipV="1">
            <a:off x="4773933" y="3222255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66CB54-80D9-48CB-8C2C-94061191ACE6}"/>
                  </a:ext>
                </a:extLst>
              </p:cNvPr>
              <p:cNvSpPr txBox="1"/>
              <p:nvPr/>
            </p:nvSpPr>
            <p:spPr>
              <a:xfrm>
                <a:off x="4826758" y="3228946"/>
                <a:ext cx="4698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66CB54-80D9-48CB-8C2C-94061191A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758" y="3228946"/>
                <a:ext cx="4698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00917CF3-8F1D-4E13-92C8-8D8B90BDB50B}"/>
              </a:ext>
            </a:extLst>
          </p:cNvPr>
          <p:cNvSpPr txBox="1"/>
          <p:nvPr/>
        </p:nvSpPr>
        <p:spPr>
          <a:xfrm>
            <a:off x="5279854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3D7335-B64E-4A76-80D7-B671BDE308FB}"/>
              </a:ext>
            </a:extLst>
          </p:cNvPr>
          <p:cNvSpPr txBox="1"/>
          <p:nvPr/>
        </p:nvSpPr>
        <p:spPr>
          <a:xfrm>
            <a:off x="5279854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CA1031-CB5F-4D25-8EE9-2ADF127A31E8}"/>
                  </a:ext>
                </a:extLst>
              </p:cNvPr>
              <p:cNvSpPr txBox="1"/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CA1031-CB5F-4D25-8EE9-2ADF127A3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blipFill>
                <a:blip r:embed="rId10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/>
              <p:nvPr/>
            </p:nvSpPr>
            <p:spPr>
              <a:xfrm>
                <a:off x="2335774" y="5182876"/>
                <a:ext cx="2726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774" y="5182876"/>
                <a:ext cx="272639" cy="276999"/>
              </a:xfrm>
              <a:prstGeom prst="rect">
                <a:avLst/>
              </a:prstGeom>
              <a:blipFill>
                <a:blip r:embed="rId11"/>
                <a:stretch>
                  <a:fillRect l="-20000" r="-4444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/>
              <p:nvPr/>
            </p:nvSpPr>
            <p:spPr>
              <a:xfrm>
                <a:off x="4265297" y="5182876"/>
                <a:ext cx="3098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297" y="5182876"/>
                <a:ext cx="309828" cy="276999"/>
              </a:xfrm>
              <a:prstGeom prst="rect">
                <a:avLst/>
              </a:prstGeom>
              <a:blipFill>
                <a:blip r:embed="rId12"/>
                <a:stretch>
                  <a:fillRect l="-17647" r="-196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19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370DA-3082-4725-BE1E-7E5CE0A58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377" y="1854593"/>
            <a:ext cx="9127246" cy="3148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2BA48D-7237-41DC-9AD9-C10F4F9A5F61}"/>
              </a:ext>
            </a:extLst>
          </p:cNvPr>
          <p:cNvSpPr txBox="1"/>
          <p:nvPr/>
        </p:nvSpPr>
        <p:spPr>
          <a:xfrm>
            <a:off x="7203545" y="30505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C1580-0950-41CD-B9C9-C5DEFA4675C5}"/>
              </a:ext>
            </a:extLst>
          </p:cNvPr>
          <p:cNvSpPr txBox="1"/>
          <p:nvPr/>
        </p:nvSpPr>
        <p:spPr>
          <a:xfrm>
            <a:off x="7203545" y="4241281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FB04A-B85A-44F5-AEC9-3E8F360C1C9B}"/>
                  </a:ext>
                </a:extLst>
              </p:cNvPr>
              <p:cNvSpPr txBox="1"/>
              <p:nvPr/>
            </p:nvSpPr>
            <p:spPr>
              <a:xfrm>
                <a:off x="7503627" y="3601590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FB04A-B85A-44F5-AEC9-3E8F360C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627" y="3601590"/>
                <a:ext cx="314270" cy="369332"/>
              </a:xfrm>
              <a:prstGeom prst="rect">
                <a:avLst/>
              </a:prstGeom>
              <a:blipFill>
                <a:blip r:embed="rId3"/>
                <a:stretch>
                  <a:fillRect r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51C042-7C0B-4E78-BD33-915E7EA34B9A}"/>
              </a:ext>
            </a:extLst>
          </p:cNvPr>
          <p:cNvCxnSpPr/>
          <p:nvPr/>
        </p:nvCxnSpPr>
        <p:spPr>
          <a:xfrm flipV="1">
            <a:off x="7458743" y="3036315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7F51C9-2289-4915-BEAC-C59D7EA9FDAA}"/>
                  </a:ext>
                </a:extLst>
              </p:cNvPr>
              <p:cNvSpPr txBox="1"/>
              <p:nvPr/>
            </p:nvSpPr>
            <p:spPr>
              <a:xfrm>
                <a:off x="7523657" y="2659864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7F51C9-2289-4915-BEAC-C59D7EA9F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657" y="2659864"/>
                <a:ext cx="313196" cy="369332"/>
              </a:xfrm>
              <a:prstGeom prst="rect">
                <a:avLst/>
              </a:prstGeom>
              <a:blipFill>
                <a:blip r:embed="rId4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F3131D-19A9-4736-A15E-CBC3102D2DCC}"/>
              </a:ext>
            </a:extLst>
          </p:cNvPr>
          <p:cNvCxnSpPr/>
          <p:nvPr/>
        </p:nvCxnSpPr>
        <p:spPr>
          <a:xfrm flipV="1">
            <a:off x="4668344" y="3036315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62A597-7C7C-478F-96ED-86DCA435E196}"/>
                  </a:ext>
                </a:extLst>
              </p:cNvPr>
              <p:cNvSpPr txBox="1"/>
              <p:nvPr/>
            </p:nvSpPr>
            <p:spPr>
              <a:xfrm>
                <a:off x="4733258" y="2659864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62A597-7C7C-478F-96ED-86DCA435E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258" y="2659864"/>
                <a:ext cx="313196" cy="369332"/>
              </a:xfrm>
              <a:prstGeom prst="rect">
                <a:avLst/>
              </a:prstGeom>
              <a:blipFill>
                <a:blip r:embed="rId5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538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0580ACE8-62D2-49A1-B535-6AEBB271063F}"/>
              </a:ext>
            </a:extLst>
          </p:cNvPr>
          <p:cNvSpPr/>
          <p:nvPr/>
        </p:nvSpPr>
        <p:spPr>
          <a:xfrm>
            <a:off x="2654185" y="1852317"/>
            <a:ext cx="1665612" cy="843533"/>
          </a:xfrm>
          <a:prstGeom prst="curved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3E22B-4550-4F82-83D3-4A868D0A8CE0}"/>
              </a:ext>
            </a:extLst>
          </p:cNvPr>
          <p:cNvSpPr txBox="1"/>
          <p:nvPr/>
        </p:nvSpPr>
        <p:spPr>
          <a:xfrm>
            <a:off x="1337094" y="448574"/>
            <a:ext cx="200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互感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A9C639-A6E5-406B-8C65-29B6E225ED43}"/>
              </a:ext>
            </a:extLst>
          </p:cNvPr>
          <p:cNvCxnSpPr>
            <a:cxnSpLocks/>
          </p:cNvCxnSpPr>
          <p:nvPr/>
        </p:nvCxnSpPr>
        <p:spPr>
          <a:xfrm flipH="1">
            <a:off x="3897889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28382D-7F48-4FCF-B8A7-2B7F3B475EF3}"/>
              </a:ext>
            </a:extLst>
          </p:cNvPr>
          <p:cNvCxnSpPr>
            <a:cxnSpLocks/>
          </p:cNvCxnSpPr>
          <p:nvPr/>
        </p:nvCxnSpPr>
        <p:spPr>
          <a:xfrm flipH="1">
            <a:off x="4342148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1A9D4B3-6351-4FF4-91C4-6A4E14BADBE8}"/>
              </a:ext>
            </a:extLst>
          </p:cNvPr>
          <p:cNvSpPr/>
          <p:nvPr/>
        </p:nvSpPr>
        <p:spPr>
          <a:xfrm flipH="1">
            <a:off x="3896221" y="2542792"/>
            <a:ext cx="435630" cy="2587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C7A180-F951-42E2-9839-CB4F3FB9EFAB}"/>
              </a:ext>
            </a:extLst>
          </p:cNvPr>
          <p:cNvSpPr/>
          <p:nvPr/>
        </p:nvSpPr>
        <p:spPr>
          <a:xfrm flipH="1">
            <a:off x="3906520" y="4074482"/>
            <a:ext cx="435628" cy="2587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00DAAF-A046-4A45-B76E-754DAA3B274A}"/>
              </a:ext>
            </a:extLst>
          </p:cNvPr>
          <p:cNvCxnSpPr>
            <a:cxnSpLocks/>
          </p:cNvCxnSpPr>
          <p:nvPr/>
        </p:nvCxnSpPr>
        <p:spPr>
          <a:xfrm flipH="1">
            <a:off x="3891904" y="2897885"/>
            <a:ext cx="879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98E1BEDA-8222-4DDC-9AA2-894827652041}"/>
              </a:ext>
            </a:extLst>
          </p:cNvPr>
          <p:cNvSpPr/>
          <p:nvPr/>
        </p:nvSpPr>
        <p:spPr>
          <a:xfrm flipH="1">
            <a:off x="3807316" y="2901186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EC276E2F-60E3-4D5E-B4C4-6A3C19B34444}"/>
              </a:ext>
            </a:extLst>
          </p:cNvPr>
          <p:cNvSpPr/>
          <p:nvPr/>
        </p:nvSpPr>
        <p:spPr>
          <a:xfrm>
            <a:off x="4265297" y="306111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AABBF-12A0-4778-83C9-5E8CCBDC3FF8}"/>
              </a:ext>
            </a:extLst>
          </p:cNvPr>
          <p:cNvCxnSpPr>
            <a:cxnSpLocks/>
          </p:cNvCxnSpPr>
          <p:nvPr/>
        </p:nvCxnSpPr>
        <p:spPr>
          <a:xfrm flipH="1">
            <a:off x="3902243" y="322669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4710FF18-7C88-4F7E-907E-DB3B0D27CB7F}"/>
              </a:ext>
            </a:extLst>
          </p:cNvPr>
          <p:cNvSpPr/>
          <p:nvPr/>
        </p:nvSpPr>
        <p:spPr>
          <a:xfrm flipH="1">
            <a:off x="3793798" y="322334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5C18AE3-093B-4217-864B-2861075A505B}"/>
              </a:ext>
            </a:extLst>
          </p:cNvPr>
          <p:cNvCxnSpPr>
            <a:cxnSpLocks/>
          </p:cNvCxnSpPr>
          <p:nvPr/>
        </p:nvCxnSpPr>
        <p:spPr>
          <a:xfrm flipH="1">
            <a:off x="3882907" y="3868477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881D54F7-1B94-49C5-94ED-40C8F14B4DD3}"/>
              </a:ext>
            </a:extLst>
          </p:cNvPr>
          <p:cNvSpPr/>
          <p:nvPr/>
        </p:nvSpPr>
        <p:spPr>
          <a:xfrm>
            <a:off x="4242944" y="338368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ADE7F5D0-E6D8-451D-A137-D991573E075A}"/>
              </a:ext>
            </a:extLst>
          </p:cNvPr>
          <p:cNvSpPr/>
          <p:nvPr/>
        </p:nvSpPr>
        <p:spPr>
          <a:xfrm flipH="1">
            <a:off x="3801820" y="3540080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AD376D2-7992-4328-8D8C-A1A8BA4E90C9}"/>
              </a:ext>
            </a:extLst>
          </p:cNvPr>
          <p:cNvSpPr/>
          <p:nvPr/>
        </p:nvSpPr>
        <p:spPr>
          <a:xfrm>
            <a:off x="4265297" y="3704574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2544755-C286-4BB2-877E-8A985EBEC985}"/>
              </a:ext>
            </a:extLst>
          </p:cNvPr>
          <p:cNvCxnSpPr>
            <a:cxnSpLocks/>
          </p:cNvCxnSpPr>
          <p:nvPr/>
        </p:nvCxnSpPr>
        <p:spPr>
          <a:xfrm flipH="1">
            <a:off x="3882907" y="354758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 43">
            <a:extLst>
              <a:ext uri="{FF2B5EF4-FFF2-40B4-BE49-F238E27FC236}">
                <a16:creationId xmlns:a16="http://schemas.microsoft.com/office/drawing/2014/main" id="{F127AC92-6492-4719-94BB-9534ED9D30C3}"/>
              </a:ext>
            </a:extLst>
          </p:cNvPr>
          <p:cNvSpPr/>
          <p:nvPr/>
        </p:nvSpPr>
        <p:spPr>
          <a:xfrm flipH="1">
            <a:off x="3801819" y="387272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7D2A5B-58FF-4713-90EF-007EA2EF244D}"/>
              </a:ext>
            </a:extLst>
          </p:cNvPr>
          <p:cNvCxnSpPr>
            <a:cxnSpLocks/>
          </p:cNvCxnSpPr>
          <p:nvPr/>
        </p:nvCxnSpPr>
        <p:spPr>
          <a:xfrm flipH="1">
            <a:off x="4331851" y="4036631"/>
            <a:ext cx="435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4E5F40E-9838-46A9-AC69-30B35AFD9EAC}"/>
              </a:ext>
            </a:extLst>
          </p:cNvPr>
          <p:cNvGrpSpPr/>
          <p:nvPr/>
        </p:nvGrpSpPr>
        <p:grpSpPr>
          <a:xfrm>
            <a:off x="1787502" y="2566453"/>
            <a:ext cx="1316526" cy="1790482"/>
            <a:chOff x="1853681" y="2595141"/>
            <a:chExt cx="1316526" cy="179048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BF9D77C-71B9-4EA0-A762-CC91778C9EAE}"/>
                </a:ext>
              </a:extLst>
            </p:cNvPr>
            <p:cNvCxnSpPr>
              <a:cxnSpLocks/>
            </p:cNvCxnSpPr>
            <p:nvPr/>
          </p:nvCxnSpPr>
          <p:spPr>
            <a:xfrm>
              <a:off x="2605177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C2931B-FA0A-4879-A079-3C807FD6CE16}"/>
                </a:ext>
              </a:extLst>
            </p:cNvPr>
            <p:cNvCxnSpPr>
              <a:cxnSpLocks/>
            </p:cNvCxnSpPr>
            <p:nvPr/>
          </p:nvCxnSpPr>
          <p:spPr>
            <a:xfrm>
              <a:off x="3049436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C8E42C8-BECE-4DF4-BA8C-6C470CBDB709}"/>
                </a:ext>
              </a:extLst>
            </p:cNvPr>
            <p:cNvSpPr/>
            <p:nvPr/>
          </p:nvSpPr>
          <p:spPr>
            <a:xfrm>
              <a:off x="2603509" y="2595141"/>
              <a:ext cx="435630" cy="2587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57335FD-ED2C-4F91-A18A-B6D7959DB8BB}"/>
                </a:ext>
              </a:extLst>
            </p:cNvPr>
            <p:cNvSpPr/>
            <p:nvPr/>
          </p:nvSpPr>
          <p:spPr>
            <a:xfrm>
              <a:off x="2613808" y="4126831"/>
              <a:ext cx="435628" cy="2587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205098E-A604-4C75-B118-CC192038B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681" y="2950235"/>
              <a:ext cx="1195755" cy="14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B2783CB1-0E35-4CEE-8BAD-7AE65AC3DAA1}"/>
                </a:ext>
              </a:extLst>
            </p:cNvPr>
            <p:cNvSpPr/>
            <p:nvPr/>
          </p:nvSpPr>
          <p:spPr>
            <a:xfrm>
              <a:off x="2950233" y="2950235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DFA3BCC9-1129-428D-B37E-3F559ACE77CC}"/>
                </a:ext>
              </a:extLst>
            </p:cNvPr>
            <p:cNvSpPr/>
            <p:nvPr/>
          </p:nvSpPr>
          <p:spPr>
            <a:xfrm flipH="1">
              <a:off x="2496599" y="3118448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FA70794-C183-4758-83E3-5EAF31339E7F}"/>
                </a:ext>
              </a:extLst>
            </p:cNvPr>
            <p:cNvCxnSpPr>
              <a:cxnSpLocks/>
            </p:cNvCxnSpPr>
            <p:nvPr/>
          </p:nvCxnSpPr>
          <p:spPr>
            <a:xfrm>
              <a:off x="2595802" y="3282351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B7DA7853-CD7A-4DA5-9D45-103348198CEA}"/>
                </a:ext>
              </a:extLst>
            </p:cNvPr>
            <p:cNvSpPr/>
            <p:nvPr/>
          </p:nvSpPr>
          <p:spPr>
            <a:xfrm>
              <a:off x="2971800" y="3278041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0FCFFA6-DBF4-4DC2-A7D2-4BC626A8CD74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6" y="3611426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BFADBBA6-3375-4EFB-BC77-0F3CA2D2F016}"/>
                </a:ext>
              </a:extLst>
            </p:cNvPr>
            <p:cNvSpPr/>
            <p:nvPr/>
          </p:nvSpPr>
          <p:spPr>
            <a:xfrm flipH="1">
              <a:off x="2496598" y="344752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C8C1EA5D-9DFC-494F-AA32-A7C968ECE8F1}"/>
                </a:ext>
              </a:extLst>
            </p:cNvPr>
            <p:cNvSpPr/>
            <p:nvPr/>
          </p:nvSpPr>
          <p:spPr>
            <a:xfrm>
              <a:off x="2971800" y="362157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AFAB5342-9058-4E88-B5F1-C25E925357FF}"/>
                </a:ext>
              </a:extLst>
            </p:cNvPr>
            <p:cNvSpPr/>
            <p:nvPr/>
          </p:nvSpPr>
          <p:spPr>
            <a:xfrm flipH="1">
              <a:off x="2496598" y="3785476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FAE40D-EC02-4166-90C8-C933324BACAA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5" y="3949379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3659F66A-C235-4746-BE6C-9136A77D9B88}"/>
                </a:ext>
              </a:extLst>
            </p:cNvPr>
            <p:cNvSpPr/>
            <p:nvPr/>
          </p:nvSpPr>
          <p:spPr>
            <a:xfrm>
              <a:off x="2958855" y="3950997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D26FED8-9D89-4BF0-A3DB-FC62B7A5E262}"/>
                </a:ext>
              </a:extLst>
            </p:cNvPr>
            <p:cNvCxnSpPr>
              <a:cxnSpLocks/>
            </p:cNvCxnSpPr>
            <p:nvPr/>
          </p:nvCxnSpPr>
          <p:spPr>
            <a:xfrm>
              <a:off x="1937657" y="4114900"/>
              <a:ext cx="667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0004536-9CC1-419E-8E0D-A4FB8395B018}"/>
              </a:ext>
            </a:extLst>
          </p:cNvPr>
          <p:cNvSpPr txBox="1"/>
          <p:nvPr/>
        </p:nvSpPr>
        <p:spPr>
          <a:xfrm>
            <a:off x="1211650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0169C3-7C56-412F-B9C0-C67FE237FD13}"/>
              </a:ext>
            </a:extLst>
          </p:cNvPr>
          <p:cNvSpPr txBox="1"/>
          <p:nvPr/>
        </p:nvSpPr>
        <p:spPr>
          <a:xfrm>
            <a:off x="1211650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68FC93-8785-43E7-A577-0217C2FBCDD4}"/>
                  </a:ext>
                </a:extLst>
              </p:cNvPr>
              <p:cNvSpPr txBox="1"/>
              <p:nvPr/>
            </p:nvSpPr>
            <p:spPr>
              <a:xfrm>
                <a:off x="897380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68FC93-8785-43E7-A577-0217C2FBC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80" y="3273786"/>
                <a:ext cx="314270" cy="369332"/>
              </a:xfrm>
              <a:prstGeom prst="rect">
                <a:avLst/>
              </a:prstGeom>
              <a:blipFill>
                <a:blip r:embed="rId2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CB360DF-8342-4180-9249-4E8196268F8B}"/>
              </a:ext>
            </a:extLst>
          </p:cNvPr>
          <p:cNvCxnSpPr/>
          <p:nvPr/>
        </p:nvCxnSpPr>
        <p:spPr>
          <a:xfrm flipV="1">
            <a:off x="1693259" y="2914481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/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blipFill>
                <a:blip r:embed="rId3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5CD56B2-C233-4E40-8769-57659D559F06}"/>
              </a:ext>
            </a:extLst>
          </p:cNvPr>
          <p:cNvCxnSpPr>
            <a:cxnSpLocks/>
          </p:cNvCxnSpPr>
          <p:nvPr/>
        </p:nvCxnSpPr>
        <p:spPr>
          <a:xfrm>
            <a:off x="2181375" y="2919930"/>
            <a:ext cx="525463" cy="14238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CC58F59-8041-4746-857D-0CDEC748FFA1}"/>
              </a:ext>
            </a:extLst>
          </p:cNvPr>
          <p:cNvCxnSpPr>
            <a:cxnSpLocks/>
          </p:cNvCxnSpPr>
          <p:nvPr/>
        </p:nvCxnSpPr>
        <p:spPr>
          <a:xfrm>
            <a:off x="1705348" y="3273786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D04678B-0F44-4CA2-83D5-E1019847BF6E}"/>
                  </a:ext>
                </a:extLst>
              </p:cNvPr>
              <p:cNvSpPr txBox="1"/>
              <p:nvPr/>
            </p:nvSpPr>
            <p:spPr>
              <a:xfrm>
                <a:off x="1758173" y="3280477"/>
                <a:ext cx="471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D04678B-0F44-4CA2-83D5-E1019847B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3280477"/>
                <a:ext cx="4716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E536A-210F-4A9B-BD86-0F0A19E7B48F}"/>
                  </a:ext>
                </a:extLst>
              </p:cNvPr>
              <p:cNvSpPr txBox="1"/>
              <p:nvPr/>
            </p:nvSpPr>
            <p:spPr>
              <a:xfrm>
                <a:off x="2107547" y="2549929"/>
                <a:ext cx="58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E536A-210F-4A9B-BD86-0F0A19E7B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47" y="2549929"/>
                <a:ext cx="583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E3677DC-08CD-4582-B553-BB091DFCE206}"/>
              </a:ext>
            </a:extLst>
          </p:cNvPr>
          <p:cNvCxnSpPr>
            <a:cxnSpLocks/>
          </p:cNvCxnSpPr>
          <p:nvPr/>
        </p:nvCxnSpPr>
        <p:spPr>
          <a:xfrm flipV="1">
            <a:off x="2806700" y="3876575"/>
            <a:ext cx="0" cy="869898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/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blipFill>
                <a:blip r:embed="rId6"/>
                <a:stretch>
                  <a:fillRect l="-23684" r="-2105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67EA38-4B41-46C5-8518-50F58AFA9562}"/>
                  </a:ext>
                </a:extLst>
              </p:cNvPr>
              <p:cNvSpPr txBox="1"/>
              <p:nvPr/>
            </p:nvSpPr>
            <p:spPr>
              <a:xfrm>
                <a:off x="2917488" y="4587959"/>
                <a:ext cx="4260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67EA38-4B41-46C5-8518-50F58AFA9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488" y="4587959"/>
                <a:ext cx="426014" cy="276999"/>
              </a:xfrm>
              <a:prstGeom prst="rect">
                <a:avLst/>
              </a:prstGeom>
              <a:blipFill>
                <a:blip r:embed="rId7"/>
                <a:stretch>
                  <a:fillRect l="-13043" r="-579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F206899-4BE3-4371-9636-3D95DAF6B272}"/>
              </a:ext>
            </a:extLst>
          </p:cNvPr>
          <p:cNvCxnSpPr>
            <a:cxnSpLocks/>
          </p:cNvCxnSpPr>
          <p:nvPr/>
        </p:nvCxnSpPr>
        <p:spPr>
          <a:xfrm flipH="1" flipV="1">
            <a:off x="4483184" y="2887636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CBC64D-6C60-464B-9087-05E5379DBB05}"/>
                  </a:ext>
                </a:extLst>
              </p:cNvPr>
              <p:cNvSpPr txBox="1"/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CBC64D-6C60-464B-9087-05E5379DB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blipFill>
                <a:blip r:embed="rId8"/>
                <a:stretch>
                  <a:fillRect r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E3E162A-E0A4-47AF-93D2-CF7D7A668DFC}"/>
              </a:ext>
            </a:extLst>
          </p:cNvPr>
          <p:cNvCxnSpPr>
            <a:cxnSpLocks/>
          </p:cNvCxnSpPr>
          <p:nvPr/>
        </p:nvCxnSpPr>
        <p:spPr>
          <a:xfrm>
            <a:off x="4773933" y="3222255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66CB54-80D9-48CB-8C2C-94061191ACE6}"/>
                  </a:ext>
                </a:extLst>
              </p:cNvPr>
              <p:cNvSpPr txBox="1"/>
              <p:nvPr/>
            </p:nvSpPr>
            <p:spPr>
              <a:xfrm>
                <a:off x="4826758" y="3228946"/>
                <a:ext cx="4698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66CB54-80D9-48CB-8C2C-94061191A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758" y="3228946"/>
                <a:ext cx="4698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00917CF3-8F1D-4E13-92C8-8D8B90BDB50B}"/>
              </a:ext>
            </a:extLst>
          </p:cNvPr>
          <p:cNvSpPr txBox="1"/>
          <p:nvPr/>
        </p:nvSpPr>
        <p:spPr>
          <a:xfrm>
            <a:off x="5279854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3D7335-B64E-4A76-80D7-B671BDE308FB}"/>
              </a:ext>
            </a:extLst>
          </p:cNvPr>
          <p:cNvSpPr txBox="1"/>
          <p:nvPr/>
        </p:nvSpPr>
        <p:spPr>
          <a:xfrm>
            <a:off x="5279854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CA1031-CB5F-4D25-8EE9-2ADF127A31E8}"/>
                  </a:ext>
                </a:extLst>
              </p:cNvPr>
              <p:cNvSpPr txBox="1"/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CA1031-CB5F-4D25-8EE9-2ADF127A3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blipFill>
                <a:blip r:embed="rId10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/>
              <p:nvPr/>
            </p:nvSpPr>
            <p:spPr>
              <a:xfrm>
                <a:off x="2335774" y="5182876"/>
                <a:ext cx="2726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774" y="5182876"/>
                <a:ext cx="272639" cy="276999"/>
              </a:xfrm>
              <a:prstGeom prst="rect">
                <a:avLst/>
              </a:prstGeom>
              <a:blipFill>
                <a:blip r:embed="rId11"/>
                <a:stretch>
                  <a:fillRect l="-20000" r="-4444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/>
              <p:nvPr/>
            </p:nvSpPr>
            <p:spPr>
              <a:xfrm>
                <a:off x="4265297" y="5182876"/>
                <a:ext cx="3098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297" y="5182876"/>
                <a:ext cx="309828" cy="276999"/>
              </a:xfrm>
              <a:prstGeom prst="rect">
                <a:avLst/>
              </a:prstGeom>
              <a:blipFill>
                <a:blip r:embed="rId12"/>
                <a:stretch>
                  <a:fillRect l="-17647" r="-196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5049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370DA-3082-4725-BE1E-7E5CE0A58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377" y="1854593"/>
            <a:ext cx="9127246" cy="3148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2BA48D-7237-41DC-9AD9-C10F4F9A5F61}"/>
              </a:ext>
            </a:extLst>
          </p:cNvPr>
          <p:cNvSpPr txBox="1"/>
          <p:nvPr/>
        </p:nvSpPr>
        <p:spPr>
          <a:xfrm>
            <a:off x="7203545" y="3050500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C1580-0950-41CD-B9C9-C5DEFA4675C5}"/>
              </a:ext>
            </a:extLst>
          </p:cNvPr>
          <p:cNvSpPr txBox="1"/>
          <p:nvPr/>
        </p:nvSpPr>
        <p:spPr>
          <a:xfrm>
            <a:off x="7203545" y="42412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FB04A-B85A-44F5-AEC9-3E8F360C1C9B}"/>
                  </a:ext>
                </a:extLst>
              </p:cNvPr>
              <p:cNvSpPr txBox="1"/>
              <p:nvPr/>
            </p:nvSpPr>
            <p:spPr>
              <a:xfrm>
                <a:off x="7503627" y="3601590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FB04A-B85A-44F5-AEC9-3E8F360C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627" y="3601590"/>
                <a:ext cx="314270" cy="369332"/>
              </a:xfrm>
              <a:prstGeom prst="rect">
                <a:avLst/>
              </a:prstGeom>
              <a:blipFill>
                <a:blip r:embed="rId3"/>
                <a:stretch>
                  <a:fillRect r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51C042-7C0B-4E78-BD33-915E7EA34B9A}"/>
              </a:ext>
            </a:extLst>
          </p:cNvPr>
          <p:cNvCxnSpPr/>
          <p:nvPr/>
        </p:nvCxnSpPr>
        <p:spPr>
          <a:xfrm flipV="1">
            <a:off x="7458743" y="3036315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7F51C9-2289-4915-BEAC-C59D7EA9FDAA}"/>
                  </a:ext>
                </a:extLst>
              </p:cNvPr>
              <p:cNvSpPr txBox="1"/>
              <p:nvPr/>
            </p:nvSpPr>
            <p:spPr>
              <a:xfrm>
                <a:off x="7523657" y="2659864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7F51C9-2289-4915-BEAC-C59D7EA9F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657" y="2659864"/>
                <a:ext cx="313196" cy="369332"/>
              </a:xfrm>
              <a:prstGeom prst="rect">
                <a:avLst/>
              </a:prstGeom>
              <a:blipFill>
                <a:blip r:embed="rId4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F3131D-19A9-4736-A15E-CBC3102D2DCC}"/>
              </a:ext>
            </a:extLst>
          </p:cNvPr>
          <p:cNvCxnSpPr/>
          <p:nvPr/>
        </p:nvCxnSpPr>
        <p:spPr>
          <a:xfrm flipV="1">
            <a:off x="4668344" y="3036315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62A597-7C7C-478F-96ED-86DCA435E196}"/>
                  </a:ext>
                </a:extLst>
              </p:cNvPr>
              <p:cNvSpPr txBox="1"/>
              <p:nvPr/>
            </p:nvSpPr>
            <p:spPr>
              <a:xfrm>
                <a:off x="4733258" y="2659864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62A597-7C7C-478F-96ED-86DCA435E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258" y="2659864"/>
                <a:ext cx="313196" cy="369332"/>
              </a:xfrm>
              <a:prstGeom prst="rect">
                <a:avLst/>
              </a:prstGeom>
              <a:blipFill>
                <a:blip r:embed="rId5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356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51</Words>
  <Application>Microsoft Office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Jinpeng Ma</dc:creator>
  <cp:lastModifiedBy>Jinpeng Ma</cp:lastModifiedBy>
  <cp:revision>39</cp:revision>
  <dcterms:created xsi:type="dcterms:W3CDTF">2025-03-28T09:06:19Z</dcterms:created>
  <dcterms:modified xsi:type="dcterms:W3CDTF">2025-04-08T11:16:19Z</dcterms:modified>
</cp:coreProperties>
</file>