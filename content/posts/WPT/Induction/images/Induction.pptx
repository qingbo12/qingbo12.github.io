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3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4322-5561-4E15-BA24-A9F67577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53E69-939C-43E2-989C-9FBEB5A9D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7F461-F525-4F81-83F0-DC56E385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00DAB-3749-40C4-A60D-1ECB1015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B4D49-2486-451D-A938-FFD50458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6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6435-70AB-4762-B45C-DF3F15E4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D744-E2AF-4A73-BE44-8E03DB14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68EF-8109-4427-B0E2-EA07AC7E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018C-17C2-499F-8D01-1E963E66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B89C1-C4D2-4163-AA1C-9B9D7952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EAEA-4700-4882-9A69-FA3EE909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211E8-70EE-47E2-9DD7-F3F16E97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9BAD-CCCA-480F-92E5-ECA4BEC4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F2577-A6B3-4E3F-ACD7-72B5B13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948A-42EF-40BC-A4B2-0B4C4DEF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84ED-10DC-4B6C-8300-6970AF1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20FC-809C-4AEF-8E7E-4FB7B21B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A109D-CE75-4EE7-8771-55885FBC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379C-E3FA-41DE-AFF8-7FC6866C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45DC5-A0BC-4899-B8F2-9D2FCD65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941B-3460-4147-BB06-18429194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95E3-76ED-4550-A650-00D7FB81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08847-E4DD-4C68-870C-A9BAA9BB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B706-38E7-4541-8B20-B387555C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C664A-BE77-42B5-B6F2-F2FCB907D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5B830-BB77-4E7B-AFE1-79A342FE8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BB2E8-7462-4909-90E8-E0DFA7B6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DC6A2-EE4F-4A87-ABA0-A61647EE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A54E5-9053-4384-80BD-F40B4B45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5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AFF5-F032-44F9-8194-27872B5C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15FF5-5870-42EC-A114-7B8B79A4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77961-0D9E-4D53-BD70-E9FE9FAD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28D39-5559-4D25-8DA8-B285C027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1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0FE52-9E54-445A-A4B0-E3E0520A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7990C-9471-4D34-BD71-830573D2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E718B-FF35-46C3-87AC-FB08618A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2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50DA-BBBF-41D2-A286-C20C1868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D42-1D2F-4A4E-8A92-1D2A22C3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4D2B3-BF89-4D7A-9543-02A64BDA1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91428-0DB7-4945-909E-E116C0F2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9BFC0-038B-46B9-9A56-958383AE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5882D-6ECA-40AD-A692-E8035E5A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FA75-C56D-4245-808E-4911D962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04DB55-8A0F-45FE-8C20-9AB599A03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0DDEC-66E5-4B6F-8988-A3220C6A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3EAFF-E492-45FB-AD4F-599218A4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712A6-1D16-48B3-AC48-2BE8292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F390-4408-4A37-BCE9-D3AA1D15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0752-1704-441C-8E0A-3B20205B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F450B-E24D-46F3-BA72-1182B213F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EB14-0FA7-4132-B305-28E8CC57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51D3-E115-4185-95A6-7935C6B3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B83-A84B-4F01-9D48-802AEF47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E5911-3814-4BF2-8B32-E4B98687C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EE51E-EA46-4ACA-8395-B3FB3EDD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4B70-EDEF-47A8-8295-409B582E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603D-FE5B-40F7-A7C3-AAD3D09D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104E-603A-4CCE-84D6-6C2FB0EB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1F254-7E1D-4ADC-8D97-1D74A8A5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A81BC-70B1-47B3-B047-4F7DE104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DA33F-7DAE-4E82-87EA-62945B863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57DC-28B9-4DBB-84B0-759140EC3D5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5DBF-9454-4F52-81E8-6C071F5BD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5F52-FC11-4423-9EB2-0F9C471DA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DC09-693B-420C-80B5-51BBD8AF2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C97586-008F-42E6-B277-C4D369C4A07A}"/>
              </a:ext>
            </a:extLst>
          </p:cNvPr>
          <p:cNvCxnSpPr>
            <a:cxnSpLocks/>
          </p:cNvCxnSpPr>
          <p:nvPr/>
        </p:nvCxnSpPr>
        <p:spPr>
          <a:xfrm>
            <a:off x="2605177" y="2724539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C1FBEA-52E5-4E90-81DE-F5351FC320E9}"/>
              </a:ext>
            </a:extLst>
          </p:cNvPr>
          <p:cNvCxnSpPr>
            <a:cxnSpLocks/>
          </p:cNvCxnSpPr>
          <p:nvPr/>
        </p:nvCxnSpPr>
        <p:spPr>
          <a:xfrm>
            <a:off x="3049436" y="2724539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3085664-DCF1-4897-982E-EF9070E66E86}"/>
              </a:ext>
            </a:extLst>
          </p:cNvPr>
          <p:cNvSpPr/>
          <p:nvPr/>
        </p:nvSpPr>
        <p:spPr>
          <a:xfrm>
            <a:off x="2603509" y="2595141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1B627E-D6F0-45E7-A745-503018579B1A}"/>
              </a:ext>
            </a:extLst>
          </p:cNvPr>
          <p:cNvSpPr/>
          <p:nvPr/>
        </p:nvSpPr>
        <p:spPr>
          <a:xfrm>
            <a:off x="2613808" y="4126831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4A1737-70D0-48C7-A6AF-5F31DE156D3D}"/>
              </a:ext>
            </a:extLst>
          </p:cNvPr>
          <p:cNvCxnSpPr>
            <a:cxnSpLocks/>
          </p:cNvCxnSpPr>
          <p:nvPr/>
        </p:nvCxnSpPr>
        <p:spPr>
          <a:xfrm>
            <a:off x="2169542" y="295023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4575FB8D-1C9A-4944-AD5F-898345CDBA73}"/>
              </a:ext>
            </a:extLst>
          </p:cNvPr>
          <p:cNvSpPr/>
          <p:nvPr/>
        </p:nvSpPr>
        <p:spPr>
          <a:xfrm>
            <a:off x="2950233" y="295023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5DBE6C85-7113-43C2-AE3D-6C915349B0DA}"/>
              </a:ext>
            </a:extLst>
          </p:cNvPr>
          <p:cNvSpPr/>
          <p:nvPr/>
        </p:nvSpPr>
        <p:spPr>
          <a:xfrm flipH="1">
            <a:off x="2496599" y="311844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DE1F56-5EBC-4827-98B4-1A4FCDBF2EA6}"/>
              </a:ext>
            </a:extLst>
          </p:cNvPr>
          <p:cNvCxnSpPr>
            <a:cxnSpLocks/>
          </p:cNvCxnSpPr>
          <p:nvPr/>
        </p:nvCxnSpPr>
        <p:spPr>
          <a:xfrm>
            <a:off x="2595802" y="3282351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C5C7141C-3307-4875-99C4-36B7610F2252}"/>
              </a:ext>
            </a:extLst>
          </p:cNvPr>
          <p:cNvSpPr/>
          <p:nvPr/>
        </p:nvSpPr>
        <p:spPr>
          <a:xfrm>
            <a:off x="2971800" y="3278041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99E385-9F31-4600-AA4D-2D0635AB9839}"/>
              </a:ext>
            </a:extLst>
          </p:cNvPr>
          <p:cNvCxnSpPr>
            <a:cxnSpLocks/>
          </p:cNvCxnSpPr>
          <p:nvPr/>
        </p:nvCxnSpPr>
        <p:spPr>
          <a:xfrm>
            <a:off x="2609116" y="3611426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>
            <a:extLst>
              <a:ext uri="{FF2B5EF4-FFF2-40B4-BE49-F238E27FC236}">
                <a16:creationId xmlns:a16="http://schemas.microsoft.com/office/drawing/2014/main" id="{1DEF4FD6-3470-4122-86EC-28B4C6C9AB8E}"/>
              </a:ext>
            </a:extLst>
          </p:cNvPr>
          <p:cNvSpPr/>
          <p:nvPr/>
        </p:nvSpPr>
        <p:spPr>
          <a:xfrm flipH="1">
            <a:off x="2496598" y="3447523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750DC6BE-201A-400A-A09C-DF48B6A387AA}"/>
              </a:ext>
            </a:extLst>
          </p:cNvPr>
          <p:cNvSpPr/>
          <p:nvPr/>
        </p:nvSpPr>
        <p:spPr>
          <a:xfrm>
            <a:off x="2971800" y="3621573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F84DFD6B-10EF-4EBE-912D-3329FE097755}"/>
              </a:ext>
            </a:extLst>
          </p:cNvPr>
          <p:cNvSpPr/>
          <p:nvPr/>
        </p:nvSpPr>
        <p:spPr>
          <a:xfrm flipH="1">
            <a:off x="2496598" y="378547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7188C4B-A216-48BF-82D2-786D923B78F8}"/>
              </a:ext>
            </a:extLst>
          </p:cNvPr>
          <p:cNvCxnSpPr>
            <a:cxnSpLocks/>
          </p:cNvCxnSpPr>
          <p:nvPr/>
        </p:nvCxnSpPr>
        <p:spPr>
          <a:xfrm>
            <a:off x="2609115" y="3949379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c 42">
            <a:extLst>
              <a:ext uri="{FF2B5EF4-FFF2-40B4-BE49-F238E27FC236}">
                <a16:creationId xmlns:a16="http://schemas.microsoft.com/office/drawing/2014/main" id="{7C43B090-5AF3-4E81-9EB0-DCC3CD81B46B}"/>
              </a:ext>
            </a:extLst>
          </p:cNvPr>
          <p:cNvSpPr/>
          <p:nvPr/>
        </p:nvSpPr>
        <p:spPr>
          <a:xfrm>
            <a:off x="2958855" y="3950997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72E023-4ECD-4EAF-AF29-5116A37D7016}"/>
              </a:ext>
            </a:extLst>
          </p:cNvPr>
          <p:cNvCxnSpPr>
            <a:cxnSpLocks/>
          </p:cNvCxnSpPr>
          <p:nvPr/>
        </p:nvCxnSpPr>
        <p:spPr>
          <a:xfrm>
            <a:off x="2169542" y="4114900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18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F4CB980-58BE-4443-9886-4F7C88F506BD}"/>
              </a:ext>
            </a:extLst>
          </p:cNvPr>
          <p:cNvGrpSpPr/>
          <p:nvPr/>
        </p:nvGrpSpPr>
        <p:grpSpPr>
          <a:xfrm>
            <a:off x="4966014" y="2022989"/>
            <a:ext cx="1316526" cy="1790482"/>
            <a:chOff x="1853681" y="2595141"/>
            <a:chExt cx="1316526" cy="1790482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9365ACD-B185-478F-BCD8-ED73E75E2525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9F5F3F1-7A66-4913-970F-03CE9F190374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447E768-6264-4A78-B1F5-15F16412092D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693E35F-8386-492F-8A2B-C8BBE62D385C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0F4C1B1-CB98-4DF8-AE96-12536BA87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2EF8DA1A-523F-4FEE-A2F1-A5B7C2393F09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6B918AD7-D37E-4C0E-A0FF-EA7E480AC53F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B8204EB-50BA-4063-948D-38C7CEF9C373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D3DEC8A0-5279-4B95-88B3-23B83D21EE91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C7833A3-3B94-4350-9A13-F57CCA2750C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0FC59463-800D-48F2-A97F-36BC349F7C7B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326DB33C-D5F1-4F9B-898F-A3F5B521A93A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E1053362-2B4B-4A95-9665-99FE4FF35DE5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4EE5550-42C9-40EE-87C1-3144F8084943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7507E429-F8E0-4F12-95D4-F9AE53D87060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3D7F05F-8886-44EB-B227-ADE690EC988C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CCB9912-8B32-494D-B30D-DE8D788F8BC5}"/>
              </a:ext>
            </a:extLst>
          </p:cNvPr>
          <p:cNvSpPr txBox="1"/>
          <p:nvPr/>
        </p:nvSpPr>
        <p:spPr>
          <a:xfrm>
            <a:off x="4390162" y="21792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52596E-6452-4A04-A20F-E333AF0230BC}"/>
              </a:ext>
            </a:extLst>
          </p:cNvPr>
          <p:cNvSpPr txBox="1"/>
          <p:nvPr/>
        </p:nvSpPr>
        <p:spPr>
          <a:xfrm>
            <a:off x="4390162" y="337001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8B21C6C-6512-4C5D-81C2-B2913B99E4C4}"/>
                  </a:ext>
                </a:extLst>
              </p:cNvPr>
              <p:cNvSpPr txBox="1"/>
              <p:nvPr/>
            </p:nvSpPr>
            <p:spPr>
              <a:xfrm>
                <a:off x="4075892" y="2730322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8B21C6C-6512-4C5D-81C2-B2913B99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892" y="2730322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DB1745B-A139-4CA6-95FA-B3DB776133B9}"/>
              </a:ext>
            </a:extLst>
          </p:cNvPr>
          <p:cNvCxnSpPr/>
          <p:nvPr/>
        </p:nvCxnSpPr>
        <p:spPr>
          <a:xfrm flipV="1">
            <a:off x="4871771" y="2371017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A2BBA90-1C3E-4795-9FFE-FDF07FE9E000}"/>
                  </a:ext>
                </a:extLst>
              </p:cNvPr>
              <p:cNvSpPr txBox="1"/>
              <p:nvPr/>
            </p:nvSpPr>
            <p:spPr>
              <a:xfrm>
                <a:off x="4936685" y="1994566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A2BBA90-1C3E-4795-9FFE-FDF07FE9E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685" y="1994566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64BF24-6B26-4187-B8D3-4431F403AC7D}"/>
              </a:ext>
            </a:extLst>
          </p:cNvPr>
          <p:cNvCxnSpPr/>
          <p:nvPr/>
        </p:nvCxnSpPr>
        <p:spPr>
          <a:xfrm flipH="1">
            <a:off x="5359887" y="2376466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14444F5-9EC7-46E5-9977-9806079C2ED1}"/>
              </a:ext>
            </a:extLst>
          </p:cNvPr>
          <p:cNvCxnSpPr>
            <a:cxnSpLocks/>
          </p:cNvCxnSpPr>
          <p:nvPr/>
        </p:nvCxnSpPr>
        <p:spPr>
          <a:xfrm flipV="1">
            <a:off x="4883860" y="2730322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07CF4E-DA1C-48AC-9DCD-6B93B492AD88}"/>
                  </a:ext>
                </a:extLst>
              </p:cNvPr>
              <p:cNvSpPr txBox="1"/>
              <p:nvPr/>
            </p:nvSpPr>
            <p:spPr>
              <a:xfrm>
                <a:off x="4936685" y="2737013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07CF4E-DA1C-48AC-9DCD-6B93B492A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685" y="2737013"/>
                <a:ext cx="3564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7EE17D7-EED8-472A-9DF6-424B7CB59523}"/>
                  </a:ext>
                </a:extLst>
              </p:cNvPr>
              <p:cNvSpPr txBox="1"/>
              <p:nvPr/>
            </p:nvSpPr>
            <p:spPr>
              <a:xfrm>
                <a:off x="5286059" y="2006465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7EE17D7-EED8-472A-9DF6-424B7CB59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59" y="2006465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83741B08-9A75-4696-9210-2F2D21073751}"/>
              </a:ext>
            </a:extLst>
          </p:cNvPr>
          <p:cNvSpPr/>
          <p:nvPr/>
        </p:nvSpPr>
        <p:spPr>
          <a:xfrm>
            <a:off x="7037410" y="2869792"/>
            <a:ext cx="643807" cy="22986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9A1A14-0829-4320-BAEE-853D0FAAD096}"/>
              </a:ext>
            </a:extLst>
          </p:cNvPr>
          <p:cNvCxnSpPr/>
          <p:nvPr/>
        </p:nvCxnSpPr>
        <p:spPr>
          <a:xfrm>
            <a:off x="8520977" y="2889170"/>
            <a:ext cx="5784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191858-E1BD-431B-AD95-04F0BDFDC25B}"/>
              </a:ext>
            </a:extLst>
          </p:cNvPr>
          <p:cNvCxnSpPr>
            <a:cxnSpLocks/>
          </p:cNvCxnSpPr>
          <p:nvPr/>
        </p:nvCxnSpPr>
        <p:spPr>
          <a:xfrm>
            <a:off x="8673377" y="3199207"/>
            <a:ext cx="295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8D16CCC-49DD-46D9-8F32-1EB6D5DBE961}"/>
              </a:ext>
            </a:extLst>
          </p:cNvPr>
          <p:cNvCxnSpPr>
            <a:cxnSpLocks/>
          </p:cNvCxnSpPr>
          <p:nvPr/>
        </p:nvCxnSpPr>
        <p:spPr>
          <a:xfrm flipV="1">
            <a:off x="8110335" y="2827319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709265-23FF-42D8-AA98-E306A5A87507}"/>
                  </a:ext>
                </a:extLst>
              </p:cNvPr>
              <p:cNvSpPr txBox="1"/>
              <p:nvPr/>
            </p:nvSpPr>
            <p:spPr>
              <a:xfrm>
                <a:off x="8163160" y="2834010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709265-23FF-42D8-AA98-E306A5A87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160" y="2834010"/>
                <a:ext cx="3564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9C9C124-C9A9-4170-9D21-7F38D1BF3827}"/>
              </a:ext>
            </a:extLst>
          </p:cNvPr>
          <p:cNvCxnSpPr>
            <a:cxnSpLocks/>
          </p:cNvCxnSpPr>
          <p:nvPr/>
        </p:nvCxnSpPr>
        <p:spPr>
          <a:xfrm flipV="1">
            <a:off x="8822667" y="2371017"/>
            <a:ext cx="0" cy="499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5D31A63-8B7F-4BF7-BCD2-3B4E7832FA8A}"/>
              </a:ext>
            </a:extLst>
          </p:cNvPr>
          <p:cNvCxnSpPr>
            <a:cxnSpLocks/>
          </p:cNvCxnSpPr>
          <p:nvPr/>
        </p:nvCxnSpPr>
        <p:spPr>
          <a:xfrm flipV="1">
            <a:off x="8822667" y="3199207"/>
            <a:ext cx="0" cy="499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3E3A1B6-BF16-4A64-BF09-88E42864DD18}"/>
              </a:ext>
            </a:extLst>
          </p:cNvPr>
          <p:cNvCxnSpPr>
            <a:cxnSpLocks/>
          </p:cNvCxnSpPr>
          <p:nvPr/>
        </p:nvCxnSpPr>
        <p:spPr>
          <a:xfrm>
            <a:off x="8367204" y="2385202"/>
            <a:ext cx="455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6724D1A-A2D4-4C81-8C9E-43D0CAA9C2D3}"/>
              </a:ext>
            </a:extLst>
          </p:cNvPr>
          <p:cNvCxnSpPr/>
          <p:nvPr/>
        </p:nvCxnSpPr>
        <p:spPr>
          <a:xfrm flipH="1">
            <a:off x="8154258" y="2378083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6F2975-203B-4E54-94C2-49F92A5D8163}"/>
                  </a:ext>
                </a:extLst>
              </p:cNvPr>
              <p:cNvSpPr txBox="1"/>
              <p:nvPr/>
            </p:nvSpPr>
            <p:spPr>
              <a:xfrm>
                <a:off x="8255492" y="2020468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6F2975-203B-4E54-94C2-49F92A5D8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492" y="2020468"/>
                <a:ext cx="5831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1804F1-9D0A-4769-A5CF-A4DE1494F76A}"/>
                  </a:ext>
                </a:extLst>
              </p:cNvPr>
              <p:cNvSpPr txBox="1"/>
              <p:nvPr/>
            </p:nvSpPr>
            <p:spPr>
              <a:xfrm>
                <a:off x="9831929" y="2395867"/>
                <a:ext cx="3204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1804F1-9D0A-4769-A5CF-A4DE1494F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929" y="2395867"/>
                <a:ext cx="320408" cy="276999"/>
              </a:xfrm>
              <a:prstGeom prst="rect">
                <a:avLst/>
              </a:prstGeom>
              <a:blipFill>
                <a:blip r:embed="rId8"/>
                <a:stretch>
                  <a:fillRect l="-19231" r="-192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71B2D73C-4772-4AB1-A3E6-451EE7A678D0}"/>
              </a:ext>
            </a:extLst>
          </p:cNvPr>
          <p:cNvSpPr/>
          <p:nvPr/>
        </p:nvSpPr>
        <p:spPr>
          <a:xfrm flipH="1">
            <a:off x="8782234" y="2511241"/>
            <a:ext cx="74646" cy="746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D69E80-E384-4915-A735-3E4F71B03BB3}"/>
              </a:ext>
            </a:extLst>
          </p:cNvPr>
          <p:cNvCxnSpPr>
            <a:stCxn id="25" idx="2"/>
            <a:endCxn id="24" idx="1"/>
          </p:cNvCxnSpPr>
          <p:nvPr/>
        </p:nvCxnSpPr>
        <p:spPr>
          <a:xfrm flipV="1">
            <a:off x="8856880" y="2534367"/>
            <a:ext cx="975049" cy="141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7E70BC3-7CC6-4FF5-ACD9-0ADBE2A404D0}"/>
                  </a:ext>
                </a:extLst>
              </p:cNvPr>
              <p:cNvSpPr txBox="1"/>
              <p:nvPr/>
            </p:nvSpPr>
            <p:spPr>
              <a:xfrm>
                <a:off x="9851545" y="3315101"/>
                <a:ext cx="325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7E70BC3-7CC6-4FF5-ACD9-0ADBE2A40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545" y="3315101"/>
                <a:ext cx="325025" cy="276999"/>
              </a:xfrm>
              <a:prstGeom prst="rect">
                <a:avLst/>
              </a:prstGeom>
              <a:blipFill>
                <a:blip r:embed="rId9"/>
                <a:stretch>
                  <a:fillRect l="-18868" r="-75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87">
            <a:extLst>
              <a:ext uri="{FF2B5EF4-FFF2-40B4-BE49-F238E27FC236}">
                <a16:creationId xmlns:a16="http://schemas.microsoft.com/office/drawing/2014/main" id="{898F56F9-709F-4764-8331-8EF50B3056D4}"/>
              </a:ext>
            </a:extLst>
          </p:cNvPr>
          <p:cNvSpPr/>
          <p:nvPr/>
        </p:nvSpPr>
        <p:spPr>
          <a:xfrm flipH="1">
            <a:off x="8801850" y="3430475"/>
            <a:ext cx="74646" cy="746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4516F4F-FE98-492B-9A27-F1DC73923D4F}"/>
              </a:ext>
            </a:extLst>
          </p:cNvPr>
          <p:cNvCxnSpPr>
            <a:stCxn id="88" idx="2"/>
            <a:endCxn id="87" idx="1"/>
          </p:cNvCxnSpPr>
          <p:nvPr/>
        </p:nvCxnSpPr>
        <p:spPr>
          <a:xfrm flipV="1">
            <a:off x="8876496" y="3453601"/>
            <a:ext cx="975049" cy="141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F33254-E261-4C02-AF41-DB9E6693B601}"/>
                  </a:ext>
                </a:extLst>
              </p:cNvPr>
              <p:cNvSpPr txBox="1"/>
              <p:nvPr/>
            </p:nvSpPr>
            <p:spPr>
              <a:xfrm>
                <a:off x="9775945" y="4203009"/>
                <a:ext cx="945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F33254-E261-4C02-AF41-DB9E6693B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945" y="4203009"/>
                <a:ext cx="945195" cy="276999"/>
              </a:xfrm>
              <a:prstGeom prst="rect">
                <a:avLst/>
              </a:prstGeom>
              <a:blipFill>
                <a:blip r:embed="rId10"/>
                <a:stretch>
                  <a:fillRect l="-5806" r="-258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FA3B4DD-EA68-499D-A040-B2C04E461B97}"/>
              </a:ext>
            </a:extLst>
          </p:cNvPr>
          <p:cNvCxnSpPr>
            <a:cxnSpLocks/>
          </p:cNvCxnSpPr>
          <p:nvPr/>
        </p:nvCxnSpPr>
        <p:spPr>
          <a:xfrm flipH="1" flipV="1">
            <a:off x="5958994" y="1628104"/>
            <a:ext cx="185" cy="830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D724251-D3BA-4DA4-B653-F6A0ABD01E0F}"/>
              </a:ext>
            </a:extLst>
          </p:cNvPr>
          <p:cNvCxnSpPr>
            <a:cxnSpLocks/>
          </p:cNvCxnSpPr>
          <p:nvPr/>
        </p:nvCxnSpPr>
        <p:spPr>
          <a:xfrm>
            <a:off x="5985212" y="3333111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522DB-9A50-4E3E-AC59-4C285CF229EC}"/>
                  </a:ext>
                </a:extLst>
              </p:cNvPr>
              <p:cNvSpPr txBox="1"/>
              <p:nvPr/>
            </p:nvSpPr>
            <p:spPr>
              <a:xfrm>
                <a:off x="6037370" y="1377376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522DB-9A50-4E3E-AC59-4C285CF22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370" y="1377376"/>
                <a:ext cx="228204" cy="276999"/>
              </a:xfrm>
              <a:prstGeom prst="rect">
                <a:avLst/>
              </a:prstGeom>
              <a:blipFill>
                <a:blip r:embed="rId11"/>
                <a:stretch>
                  <a:fillRect l="-23684" r="-2105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CA853F1-BFC1-47AB-A5DD-4AC255841BFA}"/>
                  </a:ext>
                </a:extLst>
              </p:cNvPr>
              <p:cNvSpPr txBox="1"/>
              <p:nvPr/>
            </p:nvSpPr>
            <p:spPr>
              <a:xfrm>
                <a:off x="6096000" y="4044495"/>
                <a:ext cx="303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CA853F1-BFC1-47AB-A5DD-4AC255841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44495"/>
                <a:ext cx="303288" cy="276999"/>
              </a:xfrm>
              <a:prstGeom prst="rect">
                <a:avLst/>
              </a:prstGeom>
              <a:blipFill>
                <a:blip r:embed="rId12"/>
                <a:stretch>
                  <a:fillRect l="-16000" r="-200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3A4AFCD-53B9-43F3-8D4A-F1573D3E5C69}"/>
                  </a:ext>
                </a:extLst>
              </p:cNvPr>
              <p:cNvSpPr txBox="1"/>
              <p:nvPr/>
            </p:nvSpPr>
            <p:spPr>
              <a:xfrm>
                <a:off x="4974755" y="4328873"/>
                <a:ext cx="914161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3A4AFCD-53B9-43F3-8D4A-F1573D3E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755" y="4328873"/>
                <a:ext cx="914161" cy="5259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801E8E7D-5161-4265-9748-40283DEA0BD5}"/>
              </a:ext>
            </a:extLst>
          </p:cNvPr>
          <p:cNvGrpSpPr/>
          <p:nvPr/>
        </p:nvGrpSpPr>
        <p:grpSpPr>
          <a:xfrm>
            <a:off x="1023764" y="2169161"/>
            <a:ext cx="1316526" cy="1790482"/>
            <a:chOff x="1853681" y="2595141"/>
            <a:chExt cx="1316526" cy="179048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8C7011-2657-4798-AC55-935BE816C29B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EB61E58-9B8F-4992-8A19-5768B8B66BF7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2BEA0FF-BF34-4E2A-9941-CB6D42EEABFB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B772754-D93F-454F-B00A-A297A4DCB667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FF2549-8185-49EE-8B17-79B9365A3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5B741C56-733A-4884-8B4A-2371595F129C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EFC9BA7D-1F09-4D02-BDE3-3E6596B1051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BE30200-C0CB-4227-9F32-7E45D5D23E34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DB64370A-EFD5-4C59-98BF-B1D53824C28D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D95994E-21C8-4067-84C4-67266D9E48EE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c 97">
              <a:extLst>
                <a:ext uri="{FF2B5EF4-FFF2-40B4-BE49-F238E27FC236}">
                  <a16:creationId xmlns:a16="http://schemas.microsoft.com/office/drawing/2014/main" id="{68FA425C-EBA9-46AA-9ABB-A9CDB8564FCB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542101D8-2121-4DCB-AB08-0834B90DD675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02EE7566-59F9-43C7-85B2-B4B2F9BED166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FFE866E-372D-498E-926A-D2C8DE26A2E7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B72429C3-30D2-49CD-B55E-A6139B953CD2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B58AA94-2FDD-4996-B4D3-7DBC82DE0E3F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42F3DEA-67B7-4514-9CB5-E334A2EFA19C}"/>
              </a:ext>
            </a:extLst>
          </p:cNvPr>
          <p:cNvSpPr txBox="1"/>
          <p:nvPr/>
        </p:nvSpPr>
        <p:spPr>
          <a:xfrm>
            <a:off x="447912" y="23254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2230DB2-24D6-48B9-8D23-F3785D4CD5B4}"/>
              </a:ext>
            </a:extLst>
          </p:cNvPr>
          <p:cNvSpPr txBox="1"/>
          <p:nvPr/>
        </p:nvSpPr>
        <p:spPr>
          <a:xfrm>
            <a:off x="447912" y="351618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A25AD13-C3FF-42EC-BECD-F6C90945C678}"/>
                  </a:ext>
                </a:extLst>
              </p:cNvPr>
              <p:cNvSpPr txBox="1"/>
              <p:nvPr/>
            </p:nvSpPr>
            <p:spPr>
              <a:xfrm>
                <a:off x="133642" y="2876494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A25AD13-C3FF-42EC-BECD-F6C90945C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2" y="2876494"/>
                <a:ext cx="314270" cy="369332"/>
              </a:xfrm>
              <a:prstGeom prst="rect">
                <a:avLst/>
              </a:prstGeom>
              <a:blipFill>
                <a:blip r:embed="rId1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E2409AF-88A0-43A6-85F8-1D8EEE8637A9}"/>
              </a:ext>
            </a:extLst>
          </p:cNvPr>
          <p:cNvCxnSpPr/>
          <p:nvPr/>
        </p:nvCxnSpPr>
        <p:spPr>
          <a:xfrm flipV="1">
            <a:off x="929521" y="2517189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3CF4025-08DC-4AD7-A4C7-238351A4842B}"/>
                  </a:ext>
                </a:extLst>
              </p:cNvPr>
              <p:cNvSpPr txBox="1"/>
              <p:nvPr/>
            </p:nvSpPr>
            <p:spPr>
              <a:xfrm>
                <a:off x="994435" y="2140738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3CF4025-08DC-4AD7-A4C7-238351A4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35" y="2140738"/>
                <a:ext cx="3131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4D9C524-928F-4658-A239-73000326CD66}"/>
              </a:ext>
            </a:extLst>
          </p:cNvPr>
          <p:cNvCxnSpPr>
            <a:cxnSpLocks/>
          </p:cNvCxnSpPr>
          <p:nvPr/>
        </p:nvCxnSpPr>
        <p:spPr>
          <a:xfrm flipH="1" flipV="1">
            <a:off x="2016744" y="1774276"/>
            <a:ext cx="185" cy="830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0C79404-6394-432F-AC35-F9FF657B2705}"/>
                  </a:ext>
                </a:extLst>
              </p:cNvPr>
              <p:cNvSpPr txBox="1"/>
              <p:nvPr/>
            </p:nvSpPr>
            <p:spPr>
              <a:xfrm>
                <a:off x="2095120" y="1523548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0C79404-6394-432F-AC35-F9FF657B2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120" y="1523548"/>
                <a:ext cx="228204" cy="276999"/>
              </a:xfrm>
              <a:prstGeom prst="rect">
                <a:avLst/>
              </a:prstGeom>
              <a:blipFill>
                <a:blip r:embed="rId16"/>
                <a:stretch>
                  <a:fillRect l="-27027" r="-2162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C40F9C-F25A-4CCB-9DD0-4ECFD24A4E20}"/>
                  </a:ext>
                </a:extLst>
              </p:cNvPr>
              <p:cNvSpPr txBox="1"/>
              <p:nvPr/>
            </p:nvSpPr>
            <p:spPr>
              <a:xfrm>
                <a:off x="2590429" y="2937735"/>
                <a:ext cx="1810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C40F9C-F25A-4CCB-9DD0-4ECFD24A4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429" y="2937735"/>
                <a:ext cx="181075" cy="276999"/>
              </a:xfrm>
              <a:prstGeom prst="rect">
                <a:avLst/>
              </a:prstGeom>
              <a:blipFill>
                <a:blip r:embed="rId17"/>
                <a:stretch>
                  <a:fillRect l="-33333" r="-2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628DD11-D75D-4213-88BB-BD80DB5092ED}"/>
              </a:ext>
            </a:extLst>
          </p:cNvPr>
          <p:cNvSpPr txBox="1"/>
          <p:nvPr/>
        </p:nvSpPr>
        <p:spPr>
          <a:xfrm>
            <a:off x="5622618" y="5029200"/>
            <a:ext cx="56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2E7490D-0559-4224-B114-A10AC817C2AA}"/>
              </a:ext>
            </a:extLst>
          </p:cNvPr>
          <p:cNvSpPr txBox="1"/>
          <p:nvPr/>
        </p:nvSpPr>
        <p:spPr>
          <a:xfrm>
            <a:off x="8673377" y="4996934"/>
            <a:ext cx="56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E9FF0-0610-4924-8479-75AE26876ACF}"/>
              </a:ext>
            </a:extLst>
          </p:cNvPr>
          <p:cNvSpPr txBox="1"/>
          <p:nvPr/>
        </p:nvSpPr>
        <p:spPr>
          <a:xfrm>
            <a:off x="929521" y="526211"/>
            <a:ext cx="84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 &gt;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0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F4CB980-58BE-4443-9886-4F7C88F506BD}"/>
              </a:ext>
            </a:extLst>
          </p:cNvPr>
          <p:cNvGrpSpPr/>
          <p:nvPr/>
        </p:nvGrpSpPr>
        <p:grpSpPr>
          <a:xfrm>
            <a:off x="4254759" y="2307661"/>
            <a:ext cx="1316526" cy="1790482"/>
            <a:chOff x="1853681" y="2595141"/>
            <a:chExt cx="1316526" cy="1790482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9365ACD-B185-478F-BCD8-ED73E75E2525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9F5F3F1-7A66-4913-970F-03CE9F190374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447E768-6264-4A78-B1F5-15F16412092D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693E35F-8386-492F-8A2B-C8BBE62D385C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0F4C1B1-CB98-4DF8-AE96-12536BA87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2EF8DA1A-523F-4FEE-A2F1-A5B7C2393F09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6B918AD7-D37E-4C0E-A0FF-EA7E480AC53F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B8204EB-50BA-4063-948D-38C7CEF9C373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D3DEC8A0-5279-4B95-88B3-23B83D21EE91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C7833A3-3B94-4350-9A13-F57CCA2750C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0FC59463-800D-48F2-A97F-36BC349F7C7B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326DB33C-D5F1-4F9B-898F-A3F5B521A93A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E1053362-2B4B-4A95-9665-99FE4FF35DE5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4EE5550-42C9-40EE-87C1-3144F8084943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7507E429-F8E0-4F12-95D4-F9AE53D87060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3D7F05F-8886-44EB-B227-ADE690EC988C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CCB9912-8B32-494D-B30D-DE8D788F8BC5}"/>
              </a:ext>
            </a:extLst>
          </p:cNvPr>
          <p:cNvSpPr txBox="1"/>
          <p:nvPr/>
        </p:nvSpPr>
        <p:spPr>
          <a:xfrm>
            <a:off x="3678907" y="24639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52596E-6452-4A04-A20F-E333AF0230BC}"/>
              </a:ext>
            </a:extLst>
          </p:cNvPr>
          <p:cNvSpPr txBox="1"/>
          <p:nvPr/>
        </p:nvSpPr>
        <p:spPr>
          <a:xfrm>
            <a:off x="3678907" y="365468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8B21C6C-6512-4C5D-81C2-B2913B99E4C4}"/>
                  </a:ext>
                </a:extLst>
              </p:cNvPr>
              <p:cNvSpPr txBox="1"/>
              <p:nvPr/>
            </p:nvSpPr>
            <p:spPr>
              <a:xfrm>
                <a:off x="3364637" y="3014994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8B21C6C-6512-4C5D-81C2-B2913B99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637" y="3014994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DB1745B-A139-4CA6-95FA-B3DB776133B9}"/>
              </a:ext>
            </a:extLst>
          </p:cNvPr>
          <p:cNvCxnSpPr/>
          <p:nvPr/>
        </p:nvCxnSpPr>
        <p:spPr>
          <a:xfrm flipV="1">
            <a:off x="4160516" y="2655689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A2BBA90-1C3E-4795-9FFE-FDF07FE9E000}"/>
                  </a:ext>
                </a:extLst>
              </p:cNvPr>
              <p:cNvSpPr txBox="1"/>
              <p:nvPr/>
            </p:nvSpPr>
            <p:spPr>
              <a:xfrm>
                <a:off x="4225430" y="2279238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A2BBA90-1C3E-4795-9FFE-FDF07FE9E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430" y="2279238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64BF24-6B26-4187-B8D3-4431F403AC7D}"/>
              </a:ext>
            </a:extLst>
          </p:cNvPr>
          <p:cNvCxnSpPr/>
          <p:nvPr/>
        </p:nvCxnSpPr>
        <p:spPr>
          <a:xfrm flipH="1">
            <a:off x="4447781" y="3818903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14444F5-9EC7-46E5-9977-9806079C2ED1}"/>
              </a:ext>
            </a:extLst>
          </p:cNvPr>
          <p:cNvCxnSpPr>
            <a:cxnSpLocks/>
          </p:cNvCxnSpPr>
          <p:nvPr/>
        </p:nvCxnSpPr>
        <p:spPr>
          <a:xfrm>
            <a:off x="4150772" y="3058201"/>
            <a:ext cx="0" cy="42238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07CF4E-DA1C-48AC-9DCD-6B93B492AD88}"/>
                  </a:ext>
                </a:extLst>
              </p:cNvPr>
              <p:cNvSpPr txBox="1"/>
              <p:nvPr/>
            </p:nvSpPr>
            <p:spPr>
              <a:xfrm>
                <a:off x="4225430" y="302168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07CF4E-DA1C-48AC-9DCD-6B93B492A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430" y="3021685"/>
                <a:ext cx="3564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7EE17D7-EED8-472A-9DF6-424B7CB59523}"/>
                  </a:ext>
                </a:extLst>
              </p:cNvPr>
              <p:cNvSpPr txBox="1"/>
              <p:nvPr/>
            </p:nvSpPr>
            <p:spPr>
              <a:xfrm>
                <a:off x="4419176" y="346358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7EE17D7-EED8-472A-9DF6-424B7CB59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176" y="346358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83741B08-9A75-4696-9210-2F2D21073751}"/>
              </a:ext>
            </a:extLst>
          </p:cNvPr>
          <p:cNvSpPr/>
          <p:nvPr/>
        </p:nvSpPr>
        <p:spPr>
          <a:xfrm>
            <a:off x="6326155" y="3154464"/>
            <a:ext cx="643807" cy="229861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9A1A14-0829-4320-BAEE-853D0FAAD096}"/>
              </a:ext>
            </a:extLst>
          </p:cNvPr>
          <p:cNvCxnSpPr/>
          <p:nvPr/>
        </p:nvCxnSpPr>
        <p:spPr>
          <a:xfrm>
            <a:off x="7809722" y="3173842"/>
            <a:ext cx="5784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191858-E1BD-431B-AD95-04F0BDFDC25B}"/>
              </a:ext>
            </a:extLst>
          </p:cNvPr>
          <p:cNvCxnSpPr>
            <a:cxnSpLocks/>
          </p:cNvCxnSpPr>
          <p:nvPr/>
        </p:nvCxnSpPr>
        <p:spPr>
          <a:xfrm>
            <a:off x="7962122" y="3483879"/>
            <a:ext cx="295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709265-23FF-42D8-AA98-E306A5A87507}"/>
                  </a:ext>
                </a:extLst>
              </p:cNvPr>
              <p:cNvSpPr txBox="1"/>
              <p:nvPr/>
            </p:nvSpPr>
            <p:spPr>
              <a:xfrm>
                <a:off x="7451905" y="3118682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709265-23FF-42D8-AA98-E306A5A87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905" y="3118682"/>
                <a:ext cx="3564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9C9C124-C9A9-4170-9D21-7F38D1BF3827}"/>
              </a:ext>
            </a:extLst>
          </p:cNvPr>
          <p:cNvCxnSpPr>
            <a:cxnSpLocks/>
          </p:cNvCxnSpPr>
          <p:nvPr/>
        </p:nvCxnSpPr>
        <p:spPr>
          <a:xfrm flipV="1">
            <a:off x="8111412" y="2655689"/>
            <a:ext cx="0" cy="499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5D31A63-8B7F-4BF7-BCD2-3B4E7832FA8A}"/>
              </a:ext>
            </a:extLst>
          </p:cNvPr>
          <p:cNvCxnSpPr>
            <a:cxnSpLocks/>
          </p:cNvCxnSpPr>
          <p:nvPr/>
        </p:nvCxnSpPr>
        <p:spPr>
          <a:xfrm flipV="1">
            <a:off x="8111412" y="3483879"/>
            <a:ext cx="0" cy="499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3E3A1B6-BF16-4A64-BF09-88E42864DD18}"/>
              </a:ext>
            </a:extLst>
          </p:cNvPr>
          <p:cNvCxnSpPr>
            <a:cxnSpLocks/>
          </p:cNvCxnSpPr>
          <p:nvPr/>
        </p:nvCxnSpPr>
        <p:spPr>
          <a:xfrm>
            <a:off x="7655949" y="2669874"/>
            <a:ext cx="455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6724D1A-A2D4-4C81-8C9E-43D0CAA9C2D3}"/>
              </a:ext>
            </a:extLst>
          </p:cNvPr>
          <p:cNvCxnSpPr/>
          <p:nvPr/>
        </p:nvCxnSpPr>
        <p:spPr>
          <a:xfrm flipH="1">
            <a:off x="7524772" y="3969225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6F2975-203B-4E54-94C2-49F92A5D8163}"/>
                  </a:ext>
                </a:extLst>
              </p:cNvPr>
              <p:cNvSpPr txBox="1"/>
              <p:nvPr/>
            </p:nvSpPr>
            <p:spPr>
              <a:xfrm>
                <a:off x="7474437" y="3622742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6F2975-203B-4E54-94C2-49F92A5D8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437" y="3622742"/>
                <a:ext cx="5831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1804F1-9D0A-4769-A5CF-A4DE1494F76A}"/>
                  </a:ext>
                </a:extLst>
              </p:cNvPr>
              <p:cNvSpPr txBox="1"/>
              <p:nvPr/>
            </p:nvSpPr>
            <p:spPr>
              <a:xfrm>
                <a:off x="9120674" y="2680539"/>
                <a:ext cx="3204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1804F1-9D0A-4769-A5CF-A4DE1494F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674" y="2680539"/>
                <a:ext cx="320408" cy="276999"/>
              </a:xfrm>
              <a:prstGeom prst="rect">
                <a:avLst/>
              </a:prstGeom>
              <a:blipFill>
                <a:blip r:embed="rId8"/>
                <a:stretch>
                  <a:fillRect l="-18868" r="-18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71B2D73C-4772-4AB1-A3E6-451EE7A678D0}"/>
              </a:ext>
            </a:extLst>
          </p:cNvPr>
          <p:cNvSpPr/>
          <p:nvPr/>
        </p:nvSpPr>
        <p:spPr>
          <a:xfrm flipH="1">
            <a:off x="8070979" y="2795913"/>
            <a:ext cx="74646" cy="746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D69E80-E384-4915-A735-3E4F71B03BB3}"/>
              </a:ext>
            </a:extLst>
          </p:cNvPr>
          <p:cNvCxnSpPr>
            <a:stCxn id="25" idx="2"/>
            <a:endCxn id="24" idx="1"/>
          </p:cNvCxnSpPr>
          <p:nvPr/>
        </p:nvCxnSpPr>
        <p:spPr>
          <a:xfrm flipV="1">
            <a:off x="8145625" y="2819039"/>
            <a:ext cx="975049" cy="141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7E70BC3-7CC6-4FF5-ACD9-0ADBE2A404D0}"/>
                  </a:ext>
                </a:extLst>
              </p:cNvPr>
              <p:cNvSpPr txBox="1"/>
              <p:nvPr/>
            </p:nvSpPr>
            <p:spPr>
              <a:xfrm>
                <a:off x="9140290" y="3599773"/>
                <a:ext cx="325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7E70BC3-7CC6-4FF5-ACD9-0ADBE2A40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290" y="3599773"/>
                <a:ext cx="325025" cy="276999"/>
              </a:xfrm>
              <a:prstGeom prst="rect">
                <a:avLst/>
              </a:prstGeom>
              <a:blipFill>
                <a:blip r:embed="rId9"/>
                <a:stretch>
                  <a:fillRect l="-18519" r="-55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87">
            <a:extLst>
              <a:ext uri="{FF2B5EF4-FFF2-40B4-BE49-F238E27FC236}">
                <a16:creationId xmlns:a16="http://schemas.microsoft.com/office/drawing/2014/main" id="{898F56F9-709F-4764-8331-8EF50B3056D4}"/>
              </a:ext>
            </a:extLst>
          </p:cNvPr>
          <p:cNvSpPr/>
          <p:nvPr/>
        </p:nvSpPr>
        <p:spPr>
          <a:xfrm flipH="1">
            <a:off x="8090595" y="3715147"/>
            <a:ext cx="74646" cy="746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4516F4F-FE98-492B-9A27-F1DC73923D4F}"/>
              </a:ext>
            </a:extLst>
          </p:cNvPr>
          <p:cNvCxnSpPr>
            <a:stCxn id="88" idx="2"/>
            <a:endCxn id="87" idx="1"/>
          </p:cNvCxnSpPr>
          <p:nvPr/>
        </p:nvCxnSpPr>
        <p:spPr>
          <a:xfrm flipV="1">
            <a:off x="8165241" y="3738273"/>
            <a:ext cx="975049" cy="141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F33254-E261-4C02-AF41-DB9E6693B601}"/>
                  </a:ext>
                </a:extLst>
              </p:cNvPr>
              <p:cNvSpPr txBox="1"/>
              <p:nvPr/>
            </p:nvSpPr>
            <p:spPr>
              <a:xfrm>
                <a:off x="9064690" y="4487681"/>
                <a:ext cx="945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F33254-E261-4C02-AF41-DB9E6693B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690" y="4487681"/>
                <a:ext cx="945195" cy="276999"/>
              </a:xfrm>
              <a:prstGeom prst="rect">
                <a:avLst/>
              </a:prstGeom>
              <a:blipFill>
                <a:blip r:embed="rId10"/>
                <a:stretch>
                  <a:fillRect l="-5806" r="-258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FA3B4DD-EA68-499D-A040-B2C04E461B97}"/>
              </a:ext>
            </a:extLst>
          </p:cNvPr>
          <p:cNvCxnSpPr>
            <a:cxnSpLocks/>
          </p:cNvCxnSpPr>
          <p:nvPr/>
        </p:nvCxnSpPr>
        <p:spPr>
          <a:xfrm flipH="1" flipV="1">
            <a:off x="5247739" y="1912776"/>
            <a:ext cx="185" cy="830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D724251-D3BA-4DA4-B653-F6A0ABD01E0F}"/>
              </a:ext>
            </a:extLst>
          </p:cNvPr>
          <p:cNvCxnSpPr>
            <a:cxnSpLocks/>
          </p:cNvCxnSpPr>
          <p:nvPr/>
        </p:nvCxnSpPr>
        <p:spPr>
          <a:xfrm flipV="1">
            <a:off x="5247739" y="3589068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522DB-9A50-4E3E-AC59-4C285CF229EC}"/>
                  </a:ext>
                </a:extLst>
              </p:cNvPr>
              <p:cNvSpPr txBox="1"/>
              <p:nvPr/>
            </p:nvSpPr>
            <p:spPr>
              <a:xfrm>
                <a:off x="5326115" y="1662048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0522DB-9A50-4E3E-AC59-4C285CF22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115" y="1662048"/>
                <a:ext cx="228204" cy="276999"/>
              </a:xfrm>
              <a:prstGeom prst="rect">
                <a:avLst/>
              </a:prstGeom>
              <a:blipFill>
                <a:blip r:embed="rId11"/>
                <a:stretch>
                  <a:fillRect l="-27027" r="-2162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CA853F1-BFC1-47AB-A5DD-4AC255841BFA}"/>
                  </a:ext>
                </a:extLst>
              </p:cNvPr>
              <p:cNvSpPr txBox="1"/>
              <p:nvPr/>
            </p:nvSpPr>
            <p:spPr>
              <a:xfrm>
                <a:off x="5315422" y="4190668"/>
                <a:ext cx="303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CA853F1-BFC1-47AB-A5DD-4AC255841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422" y="4190668"/>
                <a:ext cx="303288" cy="276999"/>
              </a:xfrm>
              <a:prstGeom prst="rect">
                <a:avLst/>
              </a:prstGeom>
              <a:blipFill>
                <a:blip r:embed="rId12"/>
                <a:stretch>
                  <a:fillRect l="-18000" r="-200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A69E605-B5E2-47DD-A616-4D84C7D0E325}"/>
              </a:ext>
            </a:extLst>
          </p:cNvPr>
          <p:cNvCxnSpPr>
            <a:cxnSpLocks/>
          </p:cNvCxnSpPr>
          <p:nvPr/>
        </p:nvCxnSpPr>
        <p:spPr>
          <a:xfrm>
            <a:off x="7348297" y="3112753"/>
            <a:ext cx="0" cy="42238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3580BA4-1483-45C9-9470-B04276B53C8B}"/>
              </a:ext>
            </a:extLst>
          </p:cNvPr>
          <p:cNvCxnSpPr>
            <a:cxnSpLocks/>
          </p:cNvCxnSpPr>
          <p:nvPr/>
        </p:nvCxnSpPr>
        <p:spPr>
          <a:xfrm>
            <a:off x="7663106" y="3983463"/>
            <a:ext cx="455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B198674-365A-4D26-BBCF-B149D04CEBF0}"/>
                  </a:ext>
                </a:extLst>
              </p:cNvPr>
              <p:cNvSpPr txBox="1"/>
              <p:nvPr/>
            </p:nvSpPr>
            <p:spPr>
              <a:xfrm>
                <a:off x="4163741" y="4780224"/>
                <a:ext cx="914161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B198674-365A-4D26-BBCF-B149D04CE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41" y="4780224"/>
                <a:ext cx="914161" cy="5259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300E9C6D-737E-48A2-A963-4B76DEF50CCD}"/>
              </a:ext>
            </a:extLst>
          </p:cNvPr>
          <p:cNvSpPr txBox="1"/>
          <p:nvPr/>
        </p:nvSpPr>
        <p:spPr>
          <a:xfrm>
            <a:off x="4811604" y="5480551"/>
            <a:ext cx="56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C272358-D9EE-4C68-88BF-F1CEF7CD95E1}"/>
              </a:ext>
            </a:extLst>
          </p:cNvPr>
          <p:cNvSpPr txBox="1"/>
          <p:nvPr/>
        </p:nvSpPr>
        <p:spPr>
          <a:xfrm>
            <a:off x="7862363" y="5448285"/>
            <a:ext cx="56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E0F355-7692-4019-8AD4-40D292E5AFD4}"/>
              </a:ext>
            </a:extLst>
          </p:cNvPr>
          <p:cNvSpPr txBox="1"/>
          <p:nvPr/>
        </p:nvSpPr>
        <p:spPr>
          <a:xfrm>
            <a:off x="759225" y="506120"/>
            <a:ext cx="648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 &gt;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2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BBE0F355-7692-4019-8AD4-40D292E5AFD4}"/>
              </a:ext>
            </a:extLst>
          </p:cNvPr>
          <p:cNvSpPr txBox="1"/>
          <p:nvPr/>
        </p:nvSpPr>
        <p:spPr>
          <a:xfrm>
            <a:off x="759225" y="506120"/>
            <a:ext cx="70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 &gt; 0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71869D-75C2-48E6-8F3A-E806FA6C48DB}"/>
              </a:ext>
            </a:extLst>
          </p:cNvPr>
          <p:cNvGrpSpPr/>
          <p:nvPr/>
        </p:nvGrpSpPr>
        <p:grpSpPr>
          <a:xfrm>
            <a:off x="3978989" y="1141553"/>
            <a:ext cx="5935298" cy="4770669"/>
            <a:chOff x="3978989" y="1141553"/>
            <a:chExt cx="5935298" cy="47706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22A3960-D4D9-4106-92A8-3977AAF91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989" y="1141553"/>
              <a:ext cx="5935298" cy="4770669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CCB9912-8B32-494D-B30D-DE8D788F8BC5}"/>
                </a:ext>
              </a:extLst>
            </p:cNvPr>
            <p:cNvSpPr txBox="1"/>
            <p:nvPr/>
          </p:nvSpPr>
          <p:spPr>
            <a:xfrm>
              <a:off x="6901754" y="29262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752596E-6452-4A04-A20F-E333AF0230BC}"/>
                </a:ext>
              </a:extLst>
            </p:cNvPr>
            <p:cNvSpPr txBox="1"/>
            <p:nvPr/>
          </p:nvSpPr>
          <p:spPr>
            <a:xfrm>
              <a:off x="6946638" y="3747060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18B21C6C-6512-4C5D-81C2-B2913B99E4C4}"/>
                    </a:ext>
                  </a:extLst>
                </p:cNvPr>
                <p:cNvSpPr txBox="1"/>
                <p:nvPr/>
              </p:nvSpPr>
              <p:spPr>
                <a:xfrm>
                  <a:off x="6539517" y="3295606"/>
                  <a:ext cx="3142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18B21C6C-6512-4C5D-81C2-B2913B99E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517" y="3295606"/>
                  <a:ext cx="31427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DB1745B-A139-4CA6-95FA-B3DB776133B9}"/>
                </a:ext>
              </a:extLst>
            </p:cNvPr>
            <p:cNvCxnSpPr/>
            <p:nvPr/>
          </p:nvCxnSpPr>
          <p:spPr>
            <a:xfrm flipV="1">
              <a:off x="6096000" y="2695636"/>
              <a:ext cx="327056" cy="141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A2BBA90-1C3E-4795-9FFE-FDF07FE9E000}"/>
                    </a:ext>
                  </a:extLst>
                </p:cNvPr>
                <p:cNvSpPr txBox="1"/>
                <p:nvPr/>
              </p:nvSpPr>
              <p:spPr>
                <a:xfrm>
                  <a:off x="6096000" y="2291986"/>
                  <a:ext cx="3131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A2BBA90-1C3E-4795-9FFE-FDF07FE9E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2291986"/>
                  <a:ext cx="3131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182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BBE0F355-7692-4019-8AD4-40D292E5AFD4}"/>
              </a:ext>
            </a:extLst>
          </p:cNvPr>
          <p:cNvSpPr txBox="1"/>
          <p:nvPr/>
        </p:nvSpPr>
        <p:spPr>
          <a:xfrm>
            <a:off x="759225" y="506120"/>
            <a:ext cx="70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 &lt; 0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648ED0-1129-493E-BE78-CFA8A227982C}"/>
              </a:ext>
            </a:extLst>
          </p:cNvPr>
          <p:cNvGrpSpPr/>
          <p:nvPr/>
        </p:nvGrpSpPr>
        <p:grpSpPr>
          <a:xfrm>
            <a:off x="3199068" y="1309306"/>
            <a:ext cx="5892164" cy="4831057"/>
            <a:chOff x="3199068" y="1309306"/>
            <a:chExt cx="5892164" cy="48310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B97241-77CA-4B8F-AF97-A04F95B86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9068" y="1309306"/>
              <a:ext cx="5892164" cy="4831057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CCB9912-8B32-494D-B30D-DE8D788F8BC5}"/>
                </a:ext>
              </a:extLst>
            </p:cNvPr>
            <p:cNvSpPr txBox="1"/>
            <p:nvPr/>
          </p:nvSpPr>
          <p:spPr>
            <a:xfrm>
              <a:off x="6238366" y="379077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752596E-6452-4A04-A20F-E333AF0230BC}"/>
                </a:ext>
              </a:extLst>
            </p:cNvPr>
            <p:cNvSpPr txBox="1"/>
            <p:nvPr/>
          </p:nvSpPr>
          <p:spPr>
            <a:xfrm>
              <a:off x="6260808" y="3059668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18B21C6C-6512-4C5D-81C2-B2913B99E4C4}"/>
                    </a:ext>
                  </a:extLst>
                </p:cNvPr>
                <p:cNvSpPr txBox="1"/>
                <p:nvPr/>
              </p:nvSpPr>
              <p:spPr>
                <a:xfrm>
                  <a:off x="5830880" y="3403698"/>
                  <a:ext cx="3142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18B21C6C-6512-4C5D-81C2-B2913B99E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880" y="3403698"/>
                  <a:ext cx="31427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DB1745B-A139-4CA6-95FA-B3DB776133B9}"/>
                </a:ext>
              </a:extLst>
            </p:cNvPr>
            <p:cNvCxnSpPr/>
            <p:nvPr/>
          </p:nvCxnSpPr>
          <p:spPr>
            <a:xfrm flipV="1">
              <a:off x="5405717" y="2892860"/>
              <a:ext cx="327056" cy="1418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A2BBA90-1C3E-4795-9FFE-FDF07FE9E000}"/>
                    </a:ext>
                  </a:extLst>
                </p:cNvPr>
                <p:cNvSpPr txBox="1"/>
                <p:nvPr/>
              </p:nvSpPr>
              <p:spPr>
                <a:xfrm>
                  <a:off x="5405717" y="2523528"/>
                  <a:ext cx="3131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A2BBA90-1C3E-4795-9FFE-FDF07FE9E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717" y="2523528"/>
                  <a:ext cx="3131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666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3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/>
          <p:nvPr/>
        </p:nvCxnSpPr>
        <p:spPr>
          <a:xfrm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13421" y="4891598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421" y="4891598"/>
                <a:ext cx="272639" cy="276999"/>
              </a:xfrm>
              <a:prstGeom prst="rect">
                <a:avLst/>
              </a:prstGeom>
              <a:blipFill>
                <a:blip r:embed="rId4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42944" y="4891598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944" y="4891598"/>
                <a:ext cx="309828" cy="276999"/>
              </a:xfrm>
              <a:prstGeom prst="rect">
                <a:avLst/>
              </a:prstGeom>
              <a:blipFill>
                <a:blip r:embed="rId5"/>
                <a:stretch>
                  <a:fillRect l="-15686" r="-3922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55FD85F-35D4-4368-A627-D2FCEDBE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6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3D2CC503-05BD-4193-9C13-FAB23221CFDE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8394D4-AE89-480A-897C-4603DB3D124C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D727FB-79DE-41FE-A111-6E03D673A162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8D727FB-79DE-41FE-A111-6E03D673A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7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95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/>
          <p:nvPr/>
        </p:nvCxnSpPr>
        <p:spPr>
          <a:xfrm flipH="1"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 flipV="1"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/>
          <p:nvPr/>
        </p:nvCxnSpPr>
        <p:spPr>
          <a:xfrm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 flipV="1"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194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538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0580ACE8-62D2-49A1-B535-6AEBB271063F}"/>
              </a:ext>
            </a:extLst>
          </p:cNvPr>
          <p:cNvSpPr/>
          <p:nvPr/>
        </p:nvSpPr>
        <p:spPr>
          <a:xfrm>
            <a:off x="2654185" y="1852317"/>
            <a:ext cx="1665612" cy="843533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3E22B-4550-4F82-83D3-4A868D0A8CE0}"/>
              </a:ext>
            </a:extLst>
          </p:cNvPr>
          <p:cNvSpPr txBox="1"/>
          <p:nvPr/>
        </p:nvSpPr>
        <p:spPr>
          <a:xfrm>
            <a:off x="1337094" y="448574"/>
            <a:ext cx="200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互感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9C639-A6E5-406B-8C65-29B6E225ED43}"/>
              </a:ext>
            </a:extLst>
          </p:cNvPr>
          <p:cNvCxnSpPr>
            <a:cxnSpLocks/>
          </p:cNvCxnSpPr>
          <p:nvPr/>
        </p:nvCxnSpPr>
        <p:spPr>
          <a:xfrm flipH="1">
            <a:off x="3897889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28382D-7F48-4FCF-B8A7-2B7F3B475EF3}"/>
              </a:ext>
            </a:extLst>
          </p:cNvPr>
          <p:cNvCxnSpPr>
            <a:cxnSpLocks/>
          </p:cNvCxnSpPr>
          <p:nvPr/>
        </p:nvCxnSpPr>
        <p:spPr>
          <a:xfrm flipH="1">
            <a:off x="4342148" y="2672190"/>
            <a:ext cx="0" cy="15325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A9D4B3-6351-4FF4-91C4-6A4E14BADBE8}"/>
              </a:ext>
            </a:extLst>
          </p:cNvPr>
          <p:cNvSpPr/>
          <p:nvPr/>
        </p:nvSpPr>
        <p:spPr>
          <a:xfrm flipH="1">
            <a:off x="3896221" y="2542792"/>
            <a:ext cx="435630" cy="25879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C7A180-F951-42E2-9839-CB4F3FB9EFAB}"/>
              </a:ext>
            </a:extLst>
          </p:cNvPr>
          <p:cNvSpPr/>
          <p:nvPr/>
        </p:nvSpPr>
        <p:spPr>
          <a:xfrm flipH="1">
            <a:off x="3906520" y="4074482"/>
            <a:ext cx="435628" cy="25879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00DAAF-A046-4A45-B76E-754DAA3B274A}"/>
              </a:ext>
            </a:extLst>
          </p:cNvPr>
          <p:cNvCxnSpPr>
            <a:cxnSpLocks/>
          </p:cNvCxnSpPr>
          <p:nvPr/>
        </p:nvCxnSpPr>
        <p:spPr>
          <a:xfrm flipH="1">
            <a:off x="3891904" y="2897885"/>
            <a:ext cx="879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98E1BEDA-8222-4DDC-9AA2-894827652041}"/>
              </a:ext>
            </a:extLst>
          </p:cNvPr>
          <p:cNvSpPr/>
          <p:nvPr/>
        </p:nvSpPr>
        <p:spPr>
          <a:xfrm flipH="1">
            <a:off x="3807316" y="2901186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C276E2F-60E3-4D5E-B4C4-6A3C19B34444}"/>
              </a:ext>
            </a:extLst>
          </p:cNvPr>
          <p:cNvSpPr/>
          <p:nvPr/>
        </p:nvSpPr>
        <p:spPr>
          <a:xfrm>
            <a:off x="4265297" y="306111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AABBF-12A0-4778-83C9-5E8CCBDC3FF8}"/>
              </a:ext>
            </a:extLst>
          </p:cNvPr>
          <p:cNvCxnSpPr>
            <a:cxnSpLocks/>
          </p:cNvCxnSpPr>
          <p:nvPr/>
        </p:nvCxnSpPr>
        <p:spPr>
          <a:xfrm flipH="1">
            <a:off x="3902243" y="322669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710FF18-7C88-4F7E-907E-DB3B0D27CB7F}"/>
              </a:ext>
            </a:extLst>
          </p:cNvPr>
          <p:cNvSpPr/>
          <p:nvPr/>
        </p:nvSpPr>
        <p:spPr>
          <a:xfrm flipH="1">
            <a:off x="3793798" y="322334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C18AE3-093B-4217-864B-2861075A505B}"/>
              </a:ext>
            </a:extLst>
          </p:cNvPr>
          <p:cNvCxnSpPr>
            <a:cxnSpLocks/>
          </p:cNvCxnSpPr>
          <p:nvPr/>
        </p:nvCxnSpPr>
        <p:spPr>
          <a:xfrm flipH="1">
            <a:off x="3882907" y="3868477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881D54F7-1B94-49C5-94ED-40C8F14B4DD3}"/>
              </a:ext>
            </a:extLst>
          </p:cNvPr>
          <p:cNvSpPr/>
          <p:nvPr/>
        </p:nvSpPr>
        <p:spPr>
          <a:xfrm>
            <a:off x="4242944" y="3383685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DE7F5D0-E6D8-451D-A137-D991573E075A}"/>
              </a:ext>
            </a:extLst>
          </p:cNvPr>
          <p:cNvSpPr/>
          <p:nvPr/>
        </p:nvSpPr>
        <p:spPr>
          <a:xfrm flipH="1">
            <a:off x="3801820" y="3540080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AD376D2-7992-4328-8D8C-A1A8BA4E90C9}"/>
              </a:ext>
            </a:extLst>
          </p:cNvPr>
          <p:cNvSpPr/>
          <p:nvPr/>
        </p:nvSpPr>
        <p:spPr>
          <a:xfrm>
            <a:off x="4265297" y="3704574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544755-C286-4BB2-877E-8A985EBEC985}"/>
              </a:ext>
            </a:extLst>
          </p:cNvPr>
          <p:cNvCxnSpPr>
            <a:cxnSpLocks/>
          </p:cNvCxnSpPr>
          <p:nvPr/>
        </p:nvCxnSpPr>
        <p:spPr>
          <a:xfrm flipH="1">
            <a:off x="3882907" y="3547588"/>
            <a:ext cx="4622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F127AC92-6492-4719-94BB-9534ED9D30C3}"/>
              </a:ext>
            </a:extLst>
          </p:cNvPr>
          <p:cNvSpPr/>
          <p:nvPr/>
        </p:nvSpPr>
        <p:spPr>
          <a:xfrm flipH="1">
            <a:off x="3801819" y="3872728"/>
            <a:ext cx="198407" cy="163903"/>
          </a:xfrm>
          <a:prstGeom prst="arc">
            <a:avLst>
              <a:gd name="adj1" fmla="val 16200000"/>
              <a:gd name="adj2" fmla="val 54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57D2A5B-58FF-4713-90EF-007EA2EF244D}"/>
              </a:ext>
            </a:extLst>
          </p:cNvPr>
          <p:cNvCxnSpPr>
            <a:cxnSpLocks/>
          </p:cNvCxnSpPr>
          <p:nvPr/>
        </p:nvCxnSpPr>
        <p:spPr>
          <a:xfrm flipH="1">
            <a:off x="4331851" y="4036631"/>
            <a:ext cx="4356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4E5F40E-9838-46A9-AC69-30B35AFD9EAC}"/>
              </a:ext>
            </a:extLst>
          </p:cNvPr>
          <p:cNvGrpSpPr/>
          <p:nvPr/>
        </p:nvGrpSpPr>
        <p:grpSpPr>
          <a:xfrm>
            <a:off x="1787502" y="2566453"/>
            <a:ext cx="1316526" cy="1790482"/>
            <a:chOff x="1853681" y="2595141"/>
            <a:chExt cx="1316526" cy="179048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F9D77C-71B9-4EA0-A762-CC91778C9EAE}"/>
                </a:ext>
              </a:extLst>
            </p:cNvPr>
            <p:cNvCxnSpPr>
              <a:cxnSpLocks/>
            </p:cNvCxnSpPr>
            <p:nvPr/>
          </p:nvCxnSpPr>
          <p:spPr>
            <a:xfrm>
              <a:off x="2605177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DC2931B-FA0A-4879-A079-3C807FD6CE1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436" y="2724539"/>
              <a:ext cx="0" cy="153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8E42C8-BECE-4DF4-BA8C-6C470CBDB709}"/>
                </a:ext>
              </a:extLst>
            </p:cNvPr>
            <p:cNvSpPr/>
            <p:nvPr/>
          </p:nvSpPr>
          <p:spPr>
            <a:xfrm>
              <a:off x="2603509" y="2595141"/>
              <a:ext cx="435630" cy="25879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7335FD-ED2C-4F91-A18A-B6D7959DB8BB}"/>
                </a:ext>
              </a:extLst>
            </p:cNvPr>
            <p:cNvSpPr/>
            <p:nvPr/>
          </p:nvSpPr>
          <p:spPr>
            <a:xfrm>
              <a:off x="2613808" y="4126831"/>
              <a:ext cx="435628" cy="2587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05098E-A604-4C75-B118-CC192038B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3681" y="2950235"/>
              <a:ext cx="1195755" cy="14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B2783CB1-0E35-4CEE-8BAD-7AE65AC3DAA1}"/>
                </a:ext>
              </a:extLst>
            </p:cNvPr>
            <p:cNvSpPr/>
            <p:nvPr/>
          </p:nvSpPr>
          <p:spPr>
            <a:xfrm>
              <a:off x="2950233" y="2950235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FA3BCC9-1129-428D-B37E-3F559ACE77CC}"/>
                </a:ext>
              </a:extLst>
            </p:cNvPr>
            <p:cNvSpPr/>
            <p:nvPr/>
          </p:nvSpPr>
          <p:spPr>
            <a:xfrm flipH="1">
              <a:off x="2496599" y="3118448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FA70794-C183-4758-83E3-5EAF31339E7F}"/>
                </a:ext>
              </a:extLst>
            </p:cNvPr>
            <p:cNvCxnSpPr>
              <a:cxnSpLocks/>
            </p:cNvCxnSpPr>
            <p:nvPr/>
          </p:nvCxnSpPr>
          <p:spPr>
            <a:xfrm>
              <a:off x="2595802" y="3282351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B7DA7853-CD7A-4DA5-9D45-103348198CEA}"/>
                </a:ext>
              </a:extLst>
            </p:cNvPr>
            <p:cNvSpPr/>
            <p:nvPr/>
          </p:nvSpPr>
          <p:spPr>
            <a:xfrm>
              <a:off x="2971800" y="3278041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FCFFA6-DBF4-4DC2-A7D2-4BC626A8CD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6" y="3611426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FADBBA6-3375-4EFB-BC77-0F3CA2D2F016}"/>
                </a:ext>
              </a:extLst>
            </p:cNvPr>
            <p:cNvSpPr/>
            <p:nvPr/>
          </p:nvSpPr>
          <p:spPr>
            <a:xfrm flipH="1">
              <a:off x="2496598" y="344752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C8C1EA5D-9DFC-494F-AA32-A7C968ECE8F1}"/>
                </a:ext>
              </a:extLst>
            </p:cNvPr>
            <p:cNvSpPr/>
            <p:nvPr/>
          </p:nvSpPr>
          <p:spPr>
            <a:xfrm>
              <a:off x="2971800" y="3621573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AB5342-9058-4E88-B5F1-C25E925357FF}"/>
                </a:ext>
              </a:extLst>
            </p:cNvPr>
            <p:cNvSpPr/>
            <p:nvPr/>
          </p:nvSpPr>
          <p:spPr>
            <a:xfrm flipH="1">
              <a:off x="2496598" y="3785476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FAE40D-EC02-4166-90C8-C933324BACAA}"/>
                </a:ext>
              </a:extLst>
            </p:cNvPr>
            <p:cNvCxnSpPr>
              <a:cxnSpLocks/>
            </p:cNvCxnSpPr>
            <p:nvPr/>
          </p:nvCxnSpPr>
          <p:spPr>
            <a:xfrm>
              <a:off x="2609115" y="3949379"/>
              <a:ext cx="4622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3659F66A-C235-4746-BE6C-9136A77D9B88}"/>
                </a:ext>
              </a:extLst>
            </p:cNvPr>
            <p:cNvSpPr/>
            <p:nvPr/>
          </p:nvSpPr>
          <p:spPr>
            <a:xfrm>
              <a:off x="2958855" y="3950997"/>
              <a:ext cx="198407" cy="163903"/>
            </a:xfrm>
            <a:prstGeom prst="arc">
              <a:avLst>
                <a:gd name="adj1" fmla="val 16200000"/>
                <a:gd name="adj2" fmla="val 540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26FED8-9D89-4BF0-A3DB-FC62B7A5E262}"/>
                </a:ext>
              </a:extLst>
            </p:cNvPr>
            <p:cNvCxnSpPr>
              <a:cxnSpLocks/>
            </p:cNvCxnSpPr>
            <p:nvPr/>
          </p:nvCxnSpPr>
          <p:spPr>
            <a:xfrm>
              <a:off x="1937657" y="4114900"/>
              <a:ext cx="667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0004536-9CC1-419E-8E0D-A4FB8395B018}"/>
              </a:ext>
            </a:extLst>
          </p:cNvPr>
          <p:cNvSpPr txBox="1"/>
          <p:nvPr/>
        </p:nvSpPr>
        <p:spPr>
          <a:xfrm>
            <a:off x="1211650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0169C3-7C56-412F-B9C0-C67FE237FD13}"/>
              </a:ext>
            </a:extLst>
          </p:cNvPr>
          <p:cNvSpPr txBox="1"/>
          <p:nvPr/>
        </p:nvSpPr>
        <p:spPr>
          <a:xfrm>
            <a:off x="1211650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/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68FC93-8785-43E7-A577-0217C2FBC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80" y="3273786"/>
                <a:ext cx="314270" cy="369332"/>
              </a:xfrm>
              <a:prstGeom prst="rect">
                <a:avLst/>
              </a:prstGeom>
              <a:blipFill>
                <a:blip r:embed="rId2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B360DF-8342-4180-9249-4E8196268F8B}"/>
              </a:ext>
            </a:extLst>
          </p:cNvPr>
          <p:cNvCxnSpPr/>
          <p:nvPr/>
        </p:nvCxnSpPr>
        <p:spPr>
          <a:xfrm flipV="1">
            <a:off x="1693259" y="2914481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/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A0E24C-86CB-4491-B4FE-BEBB907E5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2538030"/>
                <a:ext cx="313196" cy="369332"/>
              </a:xfrm>
              <a:prstGeom prst="rect">
                <a:avLst/>
              </a:prstGeom>
              <a:blipFill>
                <a:blip r:embed="rId3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CD56B2-C233-4E40-8769-57659D559F06}"/>
              </a:ext>
            </a:extLst>
          </p:cNvPr>
          <p:cNvCxnSpPr>
            <a:cxnSpLocks/>
          </p:cNvCxnSpPr>
          <p:nvPr/>
        </p:nvCxnSpPr>
        <p:spPr>
          <a:xfrm>
            <a:off x="2181375" y="2919930"/>
            <a:ext cx="525463" cy="14238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C58F59-8041-4746-857D-0CDEC748FFA1}"/>
              </a:ext>
            </a:extLst>
          </p:cNvPr>
          <p:cNvCxnSpPr>
            <a:cxnSpLocks/>
          </p:cNvCxnSpPr>
          <p:nvPr/>
        </p:nvCxnSpPr>
        <p:spPr>
          <a:xfrm>
            <a:off x="1705348" y="3273786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/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D04678B-0F44-4CA2-83D5-E1019847B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73" y="3280477"/>
                <a:ext cx="47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/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8FE536A-210F-4A9B-BD86-0F0A19E7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47" y="2549929"/>
                <a:ext cx="583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3677DC-08CD-4582-B553-BB091DFCE206}"/>
              </a:ext>
            </a:extLst>
          </p:cNvPr>
          <p:cNvCxnSpPr>
            <a:cxnSpLocks/>
          </p:cNvCxnSpPr>
          <p:nvPr/>
        </p:nvCxnSpPr>
        <p:spPr>
          <a:xfrm flipV="1">
            <a:off x="2806700" y="3876575"/>
            <a:ext cx="0" cy="86989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/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4588789-2871-426A-B77F-A03A689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889" y="1575317"/>
                <a:ext cx="228204" cy="276999"/>
              </a:xfrm>
              <a:prstGeom prst="rect">
                <a:avLst/>
              </a:prstGeom>
              <a:blipFill>
                <a:blip r:embed="rId6"/>
                <a:stretch>
                  <a:fillRect l="-23684" r="-2105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/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67EA38-4B41-46C5-8518-50F58AFA9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88" y="4587959"/>
                <a:ext cx="426014" cy="276999"/>
              </a:xfrm>
              <a:prstGeom prst="rect">
                <a:avLst/>
              </a:prstGeom>
              <a:blipFill>
                <a:blip r:embed="rId7"/>
                <a:stretch>
                  <a:fillRect l="-13043" r="-57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F206899-4BE3-4371-9636-3D95DAF6B272}"/>
              </a:ext>
            </a:extLst>
          </p:cNvPr>
          <p:cNvCxnSpPr>
            <a:cxnSpLocks/>
          </p:cNvCxnSpPr>
          <p:nvPr/>
        </p:nvCxnSpPr>
        <p:spPr>
          <a:xfrm flipH="1" flipV="1">
            <a:off x="4483184" y="2887636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/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CBC64D-6C60-464B-9087-05E5379D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98" y="2511185"/>
                <a:ext cx="313196" cy="369332"/>
              </a:xfrm>
              <a:prstGeom prst="rect">
                <a:avLst/>
              </a:prstGeom>
              <a:blipFill>
                <a:blip r:embed="rId8"/>
                <a:stretch>
                  <a:fillRect r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E3E162A-E0A4-47AF-93D2-CF7D7A668DFC}"/>
              </a:ext>
            </a:extLst>
          </p:cNvPr>
          <p:cNvCxnSpPr>
            <a:cxnSpLocks/>
          </p:cNvCxnSpPr>
          <p:nvPr/>
        </p:nvCxnSpPr>
        <p:spPr>
          <a:xfrm>
            <a:off x="4773933" y="3222255"/>
            <a:ext cx="1" cy="39948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/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66CB54-80D9-48CB-8C2C-94061191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758" y="3228946"/>
                <a:ext cx="4698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00917CF3-8F1D-4E13-92C8-8D8B90BDB50B}"/>
              </a:ext>
            </a:extLst>
          </p:cNvPr>
          <p:cNvSpPr txBox="1"/>
          <p:nvPr/>
        </p:nvSpPr>
        <p:spPr>
          <a:xfrm>
            <a:off x="5279854" y="2722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3D7335-B64E-4A76-80D7-B671BDE308FB}"/>
              </a:ext>
            </a:extLst>
          </p:cNvPr>
          <p:cNvSpPr txBox="1"/>
          <p:nvPr/>
        </p:nvSpPr>
        <p:spPr>
          <a:xfrm>
            <a:off x="5279854" y="391347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/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CA1031-CB5F-4D25-8EE9-2ADF127A3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36" y="3273786"/>
                <a:ext cx="314270" cy="369332"/>
              </a:xfrm>
              <a:prstGeom prst="rect">
                <a:avLst/>
              </a:prstGeom>
              <a:blipFill>
                <a:blip r:embed="rId10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/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3709A-E42C-4D7F-8233-28F3034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774" y="5182876"/>
                <a:ext cx="272639" cy="276999"/>
              </a:xfrm>
              <a:prstGeom prst="rect">
                <a:avLst/>
              </a:prstGeom>
              <a:blipFill>
                <a:blip r:embed="rId11"/>
                <a:stretch>
                  <a:fillRect l="-20000" r="-444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/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C1AB5D-6863-4057-9303-AEC596AE8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297" y="5182876"/>
                <a:ext cx="309828" cy="276999"/>
              </a:xfrm>
              <a:prstGeom prst="rect">
                <a:avLst/>
              </a:prstGeom>
              <a:blipFill>
                <a:blip r:embed="rId12"/>
                <a:stretch>
                  <a:fillRect l="-17647" r="-196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04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370DA-3082-4725-BE1E-7E5CE0A5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77" y="1854593"/>
            <a:ext cx="9127246" cy="3148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BA48D-7237-41DC-9AD9-C10F4F9A5F61}"/>
              </a:ext>
            </a:extLst>
          </p:cNvPr>
          <p:cNvSpPr txBox="1"/>
          <p:nvPr/>
        </p:nvSpPr>
        <p:spPr>
          <a:xfrm>
            <a:off x="7203545" y="30505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1580-0950-41CD-B9C9-C5DEFA4675C5}"/>
              </a:ext>
            </a:extLst>
          </p:cNvPr>
          <p:cNvSpPr txBox="1"/>
          <p:nvPr/>
        </p:nvSpPr>
        <p:spPr>
          <a:xfrm>
            <a:off x="7203545" y="42412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/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FB04A-B85A-44F5-AEC9-3E8F360C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27" y="3601590"/>
                <a:ext cx="314270" cy="369332"/>
              </a:xfrm>
              <a:prstGeom prst="rect">
                <a:avLst/>
              </a:prstGeom>
              <a:blipFill>
                <a:blip r:embed="rId3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1C042-7C0B-4E78-BD33-915E7EA34B9A}"/>
              </a:ext>
            </a:extLst>
          </p:cNvPr>
          <p:cNvCxnSpPr/>
          <p:nvPr/>
        </p:nvCxnSpPr>
        <p:spPr>
          <a:xfrm flipV="1">
            <a:off x="7458743" y="3036315"/>
            <a:ext cx="327056" cy="141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/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7F51C9-2289-4915-BEAC-C59D7EA9F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57" y="2659864"/>
                <a:ext cx="313196" cy="369332"/>
              </a:xfrm>
              <a:prstGeom prst="rect">
                <a:avLst/>
              </a:prstGeom>
              <a:blipFill>
                <a:blip r:embed="rId4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3131D-19A9-4736-A15E-CBC3102D2DCC}"/>
              </a:ext>
            </a:extLst>
          </p:cNvPr>
          <p:cNvCxnSpPr/>
          <p:nvPr/>
        </p:nvCxnSpPr>
        <p:spPr>
          <a:xfrm flipV="1">
            <a:off x="4668344" y="3036315"/>
            <a:ext cx="327056" cy="141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/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62A597-7C7C-478F-96ED-86DCA435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58" y="2659864"/>
                <a:ext cx="313196" cy="369332"/>
              </a:xfrm>
              <a:prstGeom prst="rect">
                <a:avLst/>
              </a:prstGeom>
              <a:blipFill>
                <a:blip r:embed="rId5"/>
                <a:stretch>
                  <a:fillRect r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35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128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38</cp:revision>
  <dcterms:created xsi:type="dcterms:W3CDTF">2025-03-28T09:06:19Z</dcterms:created>
  <dcterms:modified xsi:type="dcterms:W3CDTF">2025-04-08T11:15:12Z</dcterms:modified>
</cp:coreProperties>
</file>