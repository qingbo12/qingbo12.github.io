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27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CAE75-297D-4E79-9A4C-AAD9B8707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8FB73A-D5AB-4788-8018-DF5D2826B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47925-96EA-4081-9BBD-6C39E04B9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E8D22-4327-4A11-ACAC-E7743E9D9566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0D06-5976-4D8D-A77A-97F19C5A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7520B-5E54-4E3D-91B3-06B00E842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1EE0-C784-444F-9D6A-4910918DA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5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20A3E-3EA2-46FF-B4F8-FA0CF9CD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FFCC6-BD1E-4894-BADD-2E3ED3298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62D4C-428C-4344-B312-1CEC33B5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E8D22-4327-4A11-ACAC-E7743E9D9566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4F82E-8D2C-492E-9379-25E48041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8B1B-7F67-4FE5-9C45-BBA74A93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1EE0-C784-444F-9D6A-4910918DA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1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D179D-86C5-4DC4-9307-473984C6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6BFD0-0A15-487A-BA57-F11D80001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55CAE-2936-4689-A73E-2711ADEB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E8D22-4327-4A11-ACAC-E7743E9D9566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BDF04-6369-41CC-B53A-561E0881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2C484-6452-4407-8307-37E14CBBB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1EE0-C784-444F-9D6A-4910918DA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CB33E-CA61-47AE-AD89-0D9C62BC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95863-4AE2-40CD-A045-C4E4E7211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B00EC5-0AD8-4CB1-B630-A473E57DB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C345C-4657-48FF-98B7-2656A424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E8D22-4327-4A11-ACAC-E7743E9D9566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E3366-54EA-431D-AEC7-0D70F439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6E0FE-6220-4674-811E-35FD09387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1EE0-C784-444F-9D6A-4910918DA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36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0AD11-118A-4078-AC65-7340614BD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DC164-309F-4469-9105-C6C63F6DE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E5FB1F-2381-4A35-B530-1EF03233E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B504D-C23D-40A0-BB12-A5A6890F6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23089-FFA5-4AA0-82E6-2FBD158C8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D462F4-4B8E-4A69-B365-C599E1FB2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E8D22-4327-4A11-ACAC-E7743E9D9566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2968-364B-44FB-826D-42E627B9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F73C2F-F6DB-43AA-A2CC-010F31DA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1EE0-C784-444F-9D6A-4910918DA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0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B4F3-47E9-485B-AB97-397F002C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83017-218F-4515-83AE-E7BA6D9B0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E8D22-4327-4A11-ACAC-E7743E9D9566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72C23D-A255-45C0-816B-A9BD4E413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74ECB-C7DC-4C30-B974-05EDB6469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1EE0-C784-444F-9D6A-4910918DA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65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74BAEA-CA65-43FD-B44F-929926276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E8D22-4327-4A11-ACAC-E7743E9D9566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DC4C36-2DA9-4F77-85EB-056A1024B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7CD0B-451C-4569-88B2-D0AEDDDB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1EE0-C784-444F-9D6A-4910918DA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48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EF61F-0A24-4C04-AEB5-94AAB79CA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9F716-44FE-49B3-97A6-1B0EA174D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A0FE8-6785-4073-94B3-3ED86315D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B3DED-E298-450E-89D3-9F6E0678E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E8D22-4327-4A11-ACAC-E7743E9D9566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229F5-87D5-4E26-A166-C081C630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DC2DB-5328-447A-951E-02499AFED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1EE0-C784-444F-9D6A-4910918DA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6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0102-05E0-436D-8D77-592F901C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892C6-EC26-429C-85F7-DDFEAD8AC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78C09-F7AA-4F61-AD7B-90A515BFD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37D60-8C00-4B41-95CB-95609F520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E8D22-4327-4A11-ACAC-E7743E9D9566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2C060-08DC-4078-85F7-B1F1F0202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AC557-D288-4199-9141-2DEB76C0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1EE0-C784-444F-9D6A-4910918DA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069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4ACA-10FA-4DAB-A8DF-37A9400A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EC07AC-894D-4256-82FF-9FC00E8C8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ECFDF-4066-49C5-BC45-55BE4C4A5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E8D22-4327-4A11-ACAC-E7743E9D9566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8CFD0-FD47-4A12-8D89-7398E1505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7E6D1-3277-4B06-8D8A-31110C5F3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1EE0-C784-444F-9D6A-4910918DA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25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054AAA-C8F2-442F-AA07-028E62D0C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95B96-8412-49D6-95A0-84FC68602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9B00-177A-452A-97CA-25A4A276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E8D22-4327-4A11-ACAC-E7743E9D9566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1C1F5-C7C1-4CB8-8592-E824DB7B4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6FCAF-90DB-4F41-8195-114BF8F6B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1EE0-C784-444F-9D6A-4910918DA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30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53F37-8197-48F0-A630-C3AF6CBB3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52641-3C1C-4CF0-9965-542463D15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60991-B385-4C0B-869A-F89BA5A58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E8D22-4327-4A11-ACAC-E7743E9D9566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7C5ED-4AC3-443B-BF5F-141B0AACE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88AE4-C562-4383-B845-C9023EBA5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41EE0-C784-444F-9D6A-4910918DA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2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0B71F2F-6762-4118-A0EC-DE79E6BE833F}"/>
              </a:ext>
            </a:extLst>
          </p:cNvPr>
          <p:cNvSpPr/>
          <p:nvPr/>
        </p:nvSpPr>
        <p:spPr>
          <a:xfrm>
            <a:off x="2794959" y="2777706"/>
            <a:ext cx="914400" cy="9144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049D15-7E9F-4CCE-94D4-0140902BC8A8}"/>
              </a:ext>
            </a:extLst>
          </p:cNvPr>
          <p:cNvSpPr/>
          <p:nvPr/>
        </p:nvSpPr>
        <p:spPr>
          <a:xfrm flipH="1">
            <a:off x="3631722" y="3040811"/>
            <a:ext cx="69011" cy="6901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78B652-0DFD-4FCC-A415-AE4EFC118E8C}"/>
              </a:ext>
            </a:extLst>
          </p:cNvPr>
          <p:cNvCxnSpPr>
            <a:cxnSpLocks/>
          </p:cNvCxnSpPr>
          <p:nvPr/>
        </p:nvCxnSpPr>
        <p:spPr>
          <a:xfrm>
            <a:off x="1475117" y="4339088"/>
            <a:ext cx="2812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9C661B-FEB8-4F95-B0C5-4C91D3490DD7}"/>
              </a:ext>
            </a:extLst>
          </p:cNvPr>
          <p:cNvCxnSpPr>
            <a:cxnSpLocks/>
          </p:cNvCxnSpPr>
          <p:nvPr/>
        </p:nvCxnSpPr>
        <p:spPr>
          <a:xfrm flipV="1">
            <a:off x="2441276" y="2380891"/>
            <a:ext cx="0" cy="2708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EE8C31-C400-4697-9F1A-5731B6159ED5}"/>
                  </a:ext>
                </a:extLst>
              </p:cNvPr>
              <p:cNvSpPr txBox="1"/>
              <p:nvPr/>
            </p:nvSpPr>
            <p:spPr>
              <a:xfrm>
                <a:off x="3229867" y="2713228"/>
                <a:ext cx="1200547" cy="351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𝐼𝑑</m:t>
                      </m:r>
                      <m:acc>
                        <m:accPr>
                          <m:chr m:val="⃗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(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EE8C31-C400-4697-9F1A-5731B6159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867" y="2713228"/>
                <a:ext cx="1200547" cy="351763"/>
              </a:xfrm>
              <a:prstGeom prst="rect">
                <a:avLst/>
              </a:prstGeom>
              <a:blipFill>
                <a:blip r:embed="rId2"/>
                <a:stretch>
                  <a:fillRect r="-1523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 descr="r'">
            <a:extLst>
              <a:ext uri="{FF2B5EF4-FFF2-40B4-BE49-F238E27FC236}">
                <a16:creationId xmlns:a16="http://schemas.microsoft.com/office/drawing/2014/main" id="{44351037-3F57-4FC2-9959-91CEF96656C5}"/>
              </a:ext>
            </a:extLst>
          </p:cNvPr>
          <p:cNvCxnSpPr>
            <a:cxnSpLocks/>
            <a:endCxn id="5" idx="5"/>
          </p:cNvCxnSpPr>
          <p:nvPr/>
        </p:nvCxnSpPr>
        <p:spPr>
          <a:xfrm flipV="1">
            <a:off x="2441276" y="3099716"/>
            <a:ext cx="1200552" cy="1239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F904729C-1B0A-48F2-8090-7B149CE5EDA1}"/>
              </a:ext>
            </a:extLst>
          </p:cNvPr>
          <p:cNvSpPr/>
          <p:nvPr/>
        </p:nvSpPr>
        <p:spPr>
          <a:xfrm flipH="1">
            <a:off x="5295224" y="2579298"/>
            <a:ext cx="69011" cy="6901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E93235-0D58-40A4-B793-9EE3B9ABF472}"/>
              </a:ext>
            </a:extLst>
          </p:cNvPr>
          <p:cNvCxnSpPr>
            <a:cxnSpLocks/>
            <a:endCxn id="17" idx="4"/>
          </p:cNvCxnSpPr>
          <p:nvPr/>
        </p:nvCxnSpPr>
        <p:spPr>
          <a:xfrm flipV="1">
            <a:off x="2411824" y="2648309"/>
            <a:ext cx="2917905" cy="1690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BCDC55-455C-40EB-B48B-1A4FC2535866}"/>
              </a:ext>
            </a:extLst>
          </p:cNvPr>
          <p:cNvCxnSpPr>
            <a:stCxn id="5" idx="6"/>
            <a:endCxn id="17" idx="5"/>
          </p:cNvCxnSpPr>
          <p:nvPr/>
        </p:nvCxnSpPr>
        <p:spPr>
          <a:xfrm flipV="1">
            <a:off x="3631722" y="2638203"/>
            <a:ext cx="1673608" cy="437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D9776E-585A-4C9C-A90D-6FC7DF153374}"/>
                  </a:ext>
                </a:extLst>
              </p:cNvPr>
              <p:cNvSpPr txBox="1"/>
              <p:nvPr/>
            </p:nvSpPr>
            <p:spPr>
              <a:xfrm>
                <a:off x="5305330" y="2425409"/>
                <a:ext cx="102560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D9776E-585A-4C9C-A90D-6FC7DF153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330" y="2425409"/>
                <a:ext cx="1025601" cy="307777"/>
              </a:xfrm>
              <a:prstGeom prst="rect">
                <a:avLst/>
              </a:prstGeom>
              <a:blipFill>
                <a:blip r:embed="rId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BF69FD-6200-4AA1-A1CD-CFF9C5609A70}"/>
                  </a:ext>
                </a:extLst>
              </p:cNvPr>
              <p:cNvSpPr txBox="1"/>
              <p:nvPr/>
            </p:nvSpPr>
            <p:spPr>
              <a:xfrm>
                <a:off x="2779183" y="3531838"/>
                <a:ext cx="207031" cy="351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BF69FD-6200-4AA1-A1CD-CFF9C5609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183" y="3531838"/>
                <a:ext cx="207031" cy="351763"/>
              </a:xfrm>
              <a:prstGeom prst="rect">
                <a:avLst/>
              </a:prstGeom>
              <a:blipFill>
                <a:blip r:embed="rId4"/>
                <a:stretch>
                  <a:fillRect r="-38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4A07720-12F4-4FCE-8182-CC83765916F2}"/>
                  </a:ext>
                </a:extLst>
              </p:cNvPr>
              <p:cNvSpPr txBox="1"/>
              <p:nvPr/>
            </p:nvSpPr>
            <p:spPr>
              <a:xfrm>
                <a:off x="4078467" y="3296677"/>
                <a:ext cx="2070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4A07720-12F4-4FCE-8182-CC8376591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467" y="3296677"/>
                <a:ext cx="207031" cy="307777"/>
              </a:xfrm>
              <a:prstGeom prst="rect">
                <a:avLst/>
              </a:prstGeom>
              <a:blipFill>
                <a:blip r:embed="rId5"/>
                <a:stretch>
                  <a:fillRect t="-12000"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D72AC2-0945-4F04-BE26-34F8D7EC55CB}"/>
                  </a:ext>
                </a:extLst>
              </p:cNvPr>
              <p:cNvSpPr txBox="1"/>
              <p:nvPr/>
            </p:nvSpPr>
            <p:spPr>
              <a:xfrm>
                <a:off x="4181982" y="2501110"/>
                <a:ext cx="1025601" cy="351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D72AC2-0945-4F04-BE26-34F8D7EC5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982" y="2501110"/>
                <a:ext cx="1025601" cy="3517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1271CFB-86B9-44E1-A0FC-5F71EC9E9C1B}"/>
                  </a:ext>
                </a:extLst>
              </p:cNvPr>
              <p:cNvSpPr txBox="1"/>
              <p:nvPr/>
            </p:nvSpPr>
            <p:spPr>
              <a:xfrm>
                <a:off x="6573328" y="3075316"/>
                <a:ext cx="2027208" cy="666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1271CFB-86B9-44E1-A0FC-5F71EC9E9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328" y="3075316"/>
                <a:ext cx="2027208" cy="6663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379190C-4536-4F68-8D3B-FA580EE4C1A3}"/>
                  </a:ext>
                </a:extLst>
              </p:cNvPr>
              <p:cNvSpPr txBox="1"/>
              <p:nvPr/>
            </p:nvSpPr>
            <p:spPr>
              <a:xfrm>
                <a:off x="6573328" y="4081731"/>
                <a:ext cx="2268747" cy="666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′=(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379190C-4536-4F68-8D3B-FA580EE4C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328" y="4081731"/>
                <a:ext cx="2268747" cy="6663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19B040F-4F84-49A5-9EDF-0A3BE26C2D23}"/>
              </a:ext>
            </a:extLst>
          </p:cNvPr>
          <p:cNvCxnSpPr>
            <a:cxnSpLocks/>
          </p:cNvCxnSpPr>
          <p:nvPr/>
        </p:nvCxnSpPr>
        <p:spPr>
          <a:xfrm flipH="1">
            <a:off x="1313147" y="4339088"/>
            <a:ext cx="1128130" cy="1017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931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Jinpeng Ma</dc:creator>
  <cp:lastModifiedBy>Jinpeng Ma</cp:lastModifiedBy>
  <cp:revision>6</cp:revision>
  <dcterms:created xsi:type="dcterms:W3CDTF">2025-04-20T10:44:51Z</dcterms:created>
  <dcterms:modified xsi:type="dcterms:W3CDTF">2025-04-20T12:08:36Z</dcterms:modified>
</cp:coreProperties>
</file>