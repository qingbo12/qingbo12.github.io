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9" r:id="rId3"/>
    <p:sldId id="256" r:id="rId4"/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1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533" y="71"/>
      </p:cViewPr>
      <p:guideLst>
        <p:guide orient="horz" pos="2160"/>
        <p:guide pos="381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57B1F-F486-49AA-89DC-E142EC804D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D7B05C-2F89-4919-8746-605587B2A3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143104-E656-413D-AA70-04DE2509C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37950C-02E3-41A3-9DC3-63E190C3A828}" type="datetimeFigureOut">
              <a:rPr lang="en-US" smtClean="0"/>
              <a:t>5/19/2025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CB464B-9012-4787-BE02-EC6E9F8C6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BF74C9-B983-42C7-B486-3CC3CA852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12382-B817-40F0-9783-E63FE1172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82246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22A39-A233-46B1-B988-9626336F4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6AF60E-BD3C-41ED-A9B1-2720A53AC5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F6CD7C-2584-43CA-9877-B8F3F9764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37950C-02E3-41A3-9DC3-63E190C3A828}" type="datetimeFigureOut">
              <a:rPr lang="en-US" smtClean="0"/>
              <a:t>5/19/2025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0BFB33-1A8F-451B-BE53-136CEB1A0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8A205C-ED95-4B35-95CE-CC25EB697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12382-B817-40F0-9783-E63FE1172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5917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065AD-992D-4B37-B176-CB54955CFD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49B205-EBC9-45BB-94C7-DD4047AD51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12B57E-E3D7-4A6B-B5EC-619D88EF58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37950C-02E3-41A3-9DC3-63E190C3A828}" type="datetimeFigureOut">
              <a:rPr lang="en-US" smtClean="0"/>
              <a:t>5/19/2025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218BC5-56AF-4F5A-BC3E-3A444DAB64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3A1405-294E-4407-A29F-508632FC1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12382-B817-40F0-9783-E63FE1172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16150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60AB5C-BB10-45C5-865B-769775D71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4F2931-E741-4E2E-B3DD-2FD809713B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5783CB-E4FA-40B4-8D70-ECF140B372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066AC8-448E-4387-A7DB-5C607E6E47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37950C-02E3-41A3-9DC3-63E190C3A828}" type="datetimeFigureOut">
              <a:rPr lang="en-US" smtClean="0"/>
              <a:t>5/19/2025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E39EB7-CAD7-45EE-80B8-1B53299A7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AA947F-BC65-43D0-B0E5-A9181E001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12382-B817-40F0-9783-E63FE1172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6110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8B6B5-AC6A-4CE1-850A-017C6BEC80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1B56B9-57A5-427E-9277-F7C420C0ED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290FF7-E52F-4755-8718-449185CBF0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6CC180C-82B7-4899-BA72-C95548F8C1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27A239-1C04-4F17-958C-978C5A31DB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CE60265-4EC1-45F7-98B2-2D0610F089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37950C-02E3-41A3-9DC3-63E190C3A828}" type="datetimeFigureOut">
              <a:rPr lang="en-US" smtClean="0"/>
              <a:t>5/19/2025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65944F-8EFF-4FA7-9762-2B6D13314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B0A0F31-EC86-4E19-AE70-F82C6C836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12382-B817-40F0-9783-E63FE1172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88195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F0F884-43FF-4127-90C3-FFE8EB982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0B3E96-2B6E-4B78-A236-9B649EF07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37950C-02E3-41A3-9DC3-63E190C3A828}" type="datetimeFigureOut">
              <a:rPr lang="en-US" smtClean="0"/>
              <a:t>5/19/2025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C3797F-2F6D-4B3B-9568-3688B5AD27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89CC9B-CD5D-49C5-8C18-CCDC59A63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12382-B817-40F0-9783-E63FE1172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0886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BF7BDD-F438-480F-A9F6-5D3A9122E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37950C-02E3-41A3-9DC3-63E190C3A828}" type="datetimeFigureOut">
              <a:rPr lang="en-US" smtClean="0"/>
              <a:t>5/19/2025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1DDCAF3-7742-4FCB-90FB-0E4997E8E7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3E818B-9515-4A5D-A002-EE1DB2DBC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12382-B817-40F0-9783-E63FE1172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1942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74C5B-2238-44D3-9AE5-B66388447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DD786D-8C26-499D-843A-03950AED9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5FF13B-6252-4664-B908-ECBF785F6B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04ABC7-58F3-4298-8140-7ED113796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37950C-02E3-41A3-9DC3-63E190C3A828}" type="datetimeFigureOut">
              <a:rPr lang="en-US" smtClean="0"/>
              <a:t>5/19/2025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D34993-6548-4687-9DD7-B1DD7CF7B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D0EF67-16C9-4557-B9CF-A546235D4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12382-B817-40F0-9783-E63FE1172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4087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D791-4E3B-44CF-AC5D-970E8F9CD8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8CDCC7-4C9C-4A29-95DC-01A4F83FAC2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6C3E56-10FA-4851-AEB4-8F8F232F3C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E17527-40B7-47B1-9BFF-D78181ABCD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37950C-02E3-41A3-9DC3-63E190C3A828}" type="datetimeFigureOut">
              <a:rPr lang="en-US" smtClean="0"/>
              <a:t>5/19/2025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843DE3-40B2-4264-AFBD-64C61DE1A8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AF29EE-7254-4697-97AD-7CA97F59F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12382-B817-40F0-9783-E63FE1172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2249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A96ED0-619C-4795-964B-64CCD5436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2F7666-01DA-40E0-B3BB-F091B161CE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B9F347-8315-4CEF-B5AA-873FE4F048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37950C-02E3-41A3-9DC3-63E190C3A828}" type="datetimeFigureOut">
              <a:rPr lang="en-US" smtClean="0"/>
              <a:t>5/19/2025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A8925C-FAFE-4842-A350-5A865C668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C484A-DC08-46A8-B0D3-53A3B8E86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12382-B817-40F0-9783-E63FE1172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47578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A896A21-24E9-4691-8068-4318E84399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626748-A1A3-4B32-B8B3-FCA8A74221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1A9077-FC6C-4449-AE75-FF6D5E78CB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37950C-02E3-41A3-9DC3-63E190C3A828}" type="datetimeFigureOut">
              <a:rPr lang="en-US" smtClean="0"/>
              <a:t>5/19/2025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525B36-5F33-4E39-A0E2-DCE744A3DE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99729D-7604-4A00-A3A8-AE61BEA17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12382-B817-40F0-9783-E63FE1172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00467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7BC432-2DBF-403B-B389-AB35E60C15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19D58B-1FD0-486F-BF5F-864999FB0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DFE52-38E7-44E7-B311-0A9F38790A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37950C-02E3-41A3-9DC3-63E190C3A828}" type="datetimeFigureOut">
              <a:rPr lang="en-US" smtClean="0"/>
              <a:t>5/19/2025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F35E60-1D8E-4E05-A42B-8290C5F0E3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B7A8D-39B1-46AF-8F58-5541C40E60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112382-B817-40F0-9783-E63FE1172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698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4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12" Type="http://schemas.openxmlformats.org/officeDocument/2006/relationships/image" Target="../media/image23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4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D306833-0DE3-43A2-8E6D-4DD57DF8B6C4}"/>
              </a:ext>
            </a:extLst>
          </p:cNvPr>
          <p:cNvCxnSpPr>
            <a:cxnSpLocks/>
          </p:cNvCxnSpPr>
          <p:nvPr/>
        </p:nvCxnSpPr>
        <p:spPr>
          <a:xfrm>
            <a:off x="1475117" y="2424023"/>
            <a:ext cx="2191109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325EF6-7873-4663-AB04-B7A25BCF817E}"/>
              </a:ext>
            </a:extLst>
          </p:cNvPr>
          <p:cNvCxnSpPr>
            <a:cxnSpLocks/>
          </p:cNvCxnSpPr>
          <p:nvPr/>
        </p:nvCxnSpPr>
        <p:spPr>
          <a:xfrm>
            <a:off x="1871932" y="2355011"/>
            <a:ext cx="0" cy="60386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31BA9B3-F886-4792-857F-91594C97D0B4}"/>
              </a:ext>
            </a:extLst>
          </p:cNvPr>
          <p:cNvCxnSpPr>
            <a:cxnSpLocks/>
          </p:cNvCxnSpPr>
          <p:nvPr/>
        </p:nvCxnSpPr>
        <p:spPr>
          <a:xfrm>
            <a:off x="3286705" y="2329132"/>
            <a:ext cx="0" cy="86264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525E05E-8B2E-4CBD-80B7-7DF54D2D72FC}"/>
                  </a:ext>
                </a:extLst>
              </p:cNvPr>
              <p:cNvSpPr txBox="1"/>
              <p:nvPr/>
            </p:nvSpPr>
            <p:spPr>
              <a:xfrm>
                <a:off x="1713139" y="2385204"/>
                <a:ext cx="31758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525E05E-8B2E-4CBD-80B7-7DF54D2D72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3139" y="2385204"/>
                <a:ext cx="317586" cy="27699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4BFBB3E-4059-42E6-B3F5-067C4C3B4113}"/>
                  </a:ext>
                </a:extLst>
              </p:cNvPr>
              <p:cNvSpPr txBox="1"/>
              <p:nvPr/>
            </p:nvSpPr>
            <p:spPr>
              <a:xfrm>
                <a:off x="3107763" y="2397839"/>
                <a:ext cx="31758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4BFBB3E-4059-42E6-B3F5-067C4C3B41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7763" y="2397839"/>
                <a:ext cx="317586" cy="276999"/>
              </a:xfrm>
              <a:prstGeom prst="rect">
                <a:avLst/>
              </a:prstGeom>
              <a:blipFill>
                <a:blip r:embed="rId3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3339690-FE0F-4310-B6F1-C9443E99543A}"/>
                  </a:ext>
                </a:extLst>
              </p:cNvPr>
              <p:cNvSpPr txBox="1"/>
              <p:nvPr/>
            </p:nvSpPr>
            <p:spPr>
              <a:xfrm>
                <a:off x="3497913" y="2411388"/>
                <a:ext cx="28462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3339690-FE0F-4310-B6F1-C9443E9954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7913" y="2411388"/>
                <a:ext cx="28462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CB38A04-3809-4E87-AFC0-F8EE22B5BB94}"/>
              </a:ext>
            </a:extLst>
          </p:cNvPr>
          <p:cNvCxnSpPr/>
          <p:nvPr/>
        </p:nvCxnSpPr>
        <p:spPr>
          <a:xfrm>
            <a:off x="5607170" y="2553896"/>
            <a:ext cx="1673524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8938710-8E86-41C2-AE98-8CE569591AF9}"/>
              </a:ext>
            </a:extLst>
          </p:cNvPr>
          <p:cNvCxnSpPr>
            <a:cxnSpLocks/>
          </p:cNvCxnSpPr>
          <p:nvPr/>
        </p:nvCxnSpPr>
        <p:spPr>
          <a:xfrm flipV="1">
            <a:off x="5607170" y="974785"/>
            <a:ext cx="0" cy="1579112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C08FEE1-656F-4A3D-8B0C-5145BF313F92}"/>
              </a:ext>
            </a:extLst>
          </p:cNvPr>
          <p:cNvCxnSpPr>
            <a:cxnSpLocks/>
          </p:cNvCxnSpPr>
          <p:nvPr/>
        </p:nvCxnSpPr>
        <p:spPr>
          <a:xfrm flipH="1">
            <a:off x="4799162" y="2553420"/>
            <a:ext cx="808008" cy="106906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EB61469-5E4A-4E92-BAD2-F2098E864899}"/>
              </a:ext>
            </a:extLst>
          </p:cNvPr>
          <p:cNvCxnSpPr/>
          <p:nvPr/>
        </p:nvCxnSpPr>
        <p:spPr>
          <a:xfrm>
            <a:off x="5607170" y="2554373"/>
            <a:ext cx="1673524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52FC8A2-521C-4CB7-AEF1-4C1D50578CF2}"/>
                  </a:ext>
                </a:extLst>
              </p:cNvPr>
              <p:cNvSpPr txBox="1"/>
              <p:nvPr/>
            </p:nvSpPr>
            <p:spPr>
              <a:xfrm>
                <a:off x="4799161" y="3513702"/>
                <a:ext cx="30636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52FC8A2-521C-4CB7-AEF1-4C1D50578C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9161" y="3513702"/>
                <a:ext cx="306366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4D6D8DA7-3A1A-495D-B010-B7F83F854DBD}"/>
                  </a:ext>
                </a:extLst>
              </p:cNvPr>
              <p:cNvSpPr txBox="1"/>
              <p:nvPr/>
            </p:nvSpPr>
            <p:spPr>
              <a:xfrm>
                <a:off x="1309499" y="2436659"/>
                <a:ext cx="3279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4D6D8DA7-3A1A-495D-B010-B7F83F854D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9499" y="2436659"/>
                <a:ext cx="327910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F1E4C60-3D30-45B9-9342-6B847B008391}"/>
                  </a:ext>
                </a:extLst>
              </p:cNvPr>
              <p:cNvSpPr txBox="1"/>
              <p:nvPr/>
            </p:nvSpPr>
            <p:spPr>
              <a:xfrm>
                <a:off x="5529426" y="2575157"/>
                <a:ext cx="3279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F1E4C60-3D30-45B9-9342-6B847B0083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9426" y="2575157"/>
                <a:ext cx="327910" cy="2769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241DAA3-F61A-41A0-905B-B3E501F7BD89}"/>
                  </a:ext>
                </a:extLst>
              </p:cNvPr>
              <p:cNvSpPr txBox="1"/>
              <p:nvPr/>
            </p:nvSpPr>
            <p:spPr>
              <a:xfrm>
                <a:off x="7127511" y="2575158"/>
                <a:ext cx="30912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241DAA3-F61A-41A0-905B-B3E501F7BD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7511" y="2575158"/>
                <a:ext cx="309123" cy="2769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EF45C652-8EEC-499C-9ADD-352BFD4FD54F}"/>
                  </a:ext>
                </a:extLst>
              </p:cNvPr>
              <p:cNvSpPr txBox="1"/>
              <p:nvPr/>
            </p:nvSpPr>
            <p:spPr>
              <a:xfrm>
                <a:off x="5607170" y="728458"/>
                <a:ext cx="29629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EF45C652-8EEC-499C-9ADD-352BFD4FD5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7170" y="728458"/>
                <a:ext cx="296299" cy="2769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EBCD764E-5D17-4857-AA26-12080E2D3150}"/>
              </a:ext>
            </a:extLst>
          </p:cNvPr>
          <p:cNvSpPr/>
          <p:nvPr/>
        </p:nvSpPr>
        <p:spPr>
          <a:xfrm>
            <a:off x="5883215" y="1440611"/>
            <a:ext cx="1337094" cy="888521"/>
          </a:xfrm>
          <a:custGeom>
            <a:avLst/>
            <a:gdLst>
              <a:gd name="connsiteX0" fmla="*/ 0 w 1337094"/>
              <a:gd name="connsiteY0" fmla="*/ 888521 h 888521"/>
              <a:gd name="connsiteX1" fmla="*/ 276045 w 1337094"/>
              <a:gd name="connsiteY1" fmla="*/ 284672 h 888521"/>
              <a:gd name="connsiteX2" fmla="*/ 776377 w 1337094"/>
              <a:gd name="connsiteY2" fmla="*/ 34506 h 888521"/>
              <a:gd name="connsiteX3" fmla="*/ 1337094 w 1337094"/>
              <a:gd name="connsiteY3" fmla="*/ 0 h 8885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37094" h="888521">
                <a:moveTo>
                  <a:pt x="0" y="888521"/>
                </a:moveTo>
                <a:cubicBezTo>
                  <a:pt x="73324" y="657764"/>
                  <a:pt x="146649" y="427008"/>
                  <a:pt x="276045" y="284672"/>
                </a:cubicBezTo>
                <a:cubicBezTo>
                  <a:pt x="405441" y="142336"/>
                  <a:pt x="599536" y="81951"/>
                  <a:pt x="776377" y="34506"/>
                </a:cubicBezTo>
                <a:cubicBezTo>
                  <a:pt x="953219" y="-12939"/>
                  <a:pt x="1229264" y="5751"/>
                  <a:pt x="1337094" y="0"/>
                </a:cubicBezTo>
              </a:path>
            </a:pathLst>
          </a:cu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29005273-F71B-40CF-BC4D-4EE0BBD61237}"/>
              </a:ext>
            </a:extLst>
          </p:cNvPr>
          <p:cNvCxnSpPr>
            <a:stCxn id="42" idx="1"/>
          </p:cNvCxnSpPr>
          <p:nvPr/>
        </p:nvCxnSpPr>
        <p:spPr>
          <a:xfrm flipH="1" flipV="1">
            <a:off x="6096000" y="1639019"/>
            <a:ext cx="63260" cy="86264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F6FDF9A9-61CE-4B8A-8504-8AE8EFF3C076}"/>
              </a:ext>
            </a:extLst>
          </p:cNvPr>
          <p:cNvCxnSpPr>
            <a:cxnSpLocks/>
            <a:stCxn id="42" idx="2"/>
          </p:cNvCxnSpPr>
          <p:nvPr/>
        </p:nvCxnSpPr>
        <p:spPr>
          <a:xfrm flipH="1" flipV="1">
            <a:off x="6581955" y="1380226"/>
            <a:ext cx="77637" cy="94891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0928CBEE-FAC0-4720-8145-5178F1CAC5C2}"/>
                  </a:ext>
                </a:extLst>
              </p:cNvPr>
              <p:cNvSpPr txBox="1"/>
              <p:nvPr/>
            </p:nvSpPr>
            <p:spPr>
              <a:xfrm>
                <a:off x="2158600" y="2385204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0928CBEE-FAC0-4720-8145-5178F1CAC5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8600" y="2385204"/>
                <a:ext cx="476412" cy="2769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4FCC15C2-2A37-4540-A573-CDAF80B785D8}"/>
                  </a:ext>
                </a:extLst>
              </p:cNvPr>
              <p:cNvSpPr txBox="1"/>
              <p:nvPr/>
            </p:nvSpPr>
            <p:spPr>
              <a:xfrm>
                <a:off x="2593513" y="2394957"/>
                <a:ext cx="32893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4FCC15C2-2A37-4540-A573-CDAF80B785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3513" y="2394957"/>
                <a:ext cx="328936" cy="2769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9649FB1D-7243-4597-8E2C-C2B5286A7E9C}"/>
              </a:ext>
            </a:extLst>
          </p:cNvPr>
          <p:cNvCxnSpPr>
            <a:cxnSpLocks/>
            <a:endCxn id="42" idx="1"/>
          </p:cNvCxnSpPr>
          <p:nvPr/>
        </p:nvCxnSpPr>
        <p:spPr>
          <a:xfrm flipV="1">
            <a:off x="5607169" y="1725283"/>
            <a:ext cx="552091" cy="8246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C7608BB1-FB29-4083-9980-CBE1E17A76AB}"/>
              </a:ext>
            </a:extLst>
          </p:cNvPr>
          <p:cNvCxnSpPr>
            <a:cxnSpLocks/>
            <a:endCxn id="42" idx="2"/>
          </p:cNvCxnSpPr>
          <p:nvPr/>
        </p:nvCxnSpPr>
        <p:spPr>
          <a:xfrm flipV="1">
            <a:off x="5607169" y="1475117"/>
            <a:ext cx="1052423" cy="10747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A1882EE4-2C07-440D-9C6E-C5825B151DE8}"/>
                  </a:ext>
                </a:extLst>
              </p:cNvPr>
              <p:cNvSpPr txBox="1"/>
              <p:nvPr/>
            </p:nvSpPr>
            <p:spPr>
              <a:xfrm>
                <a:off x="5529426" y="1543651"/>
                <a:ext cx="68179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acc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A1882EE4-2C07-440D-9C6E-C5825B151D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9426" y="1543651"/>
                <a:ext cx="681790" cy="276999"/>
              </a:xfrm>
              <a:prstGeom prst="rect">
                <a:avLst/>
              </a:prstGeom>
              <a:blipFill>
                <a:blip r:embed="rId12"/>
                <a:stretch>
                  <a:fillRect t="-2174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9A2864EB-CC98-48F5-ABC4-040A323F8537}"/>
                  </a:ext>
                </a:extLst>
              </p:cNvPr>
              <p:cNvSpPr txBox="1"/>
              <p:nvPr/>
            </p:nvSpPr>
            <p:spPr>
              <a:xfrm>
                <a:off x="6593198" y="1187487"/>
                <a:ext cx="5343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acc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9A2864EB-CC98-48F5-ABC4-040A323F85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3198" y="1187487"/>
                <a:ext cx="534313" cy="276999"/>
              </a:xfrm>
              <a:prstGeom prst="rect">
                <a:avLst/>
              </a:prstGeom>
              <a:blipFill>
                <a:blip r:embed="rId13"/>
                <a:stretch>
                  <a:fillRect t="-2222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83390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D306833-0DE3-43A2-8E6D-4DD57DF8B6C4}"/>
              </a:ext>
            </a:extLst>
          </p:cNvPr>
          <p:cNvCxnSpPr>
            <a:cxnSpLocks/>
          </p:cNvCxnSpPr>
          <p:nvPr/>
        </p:nvCxnSpPr>
        <p:spPr>
          <a:xfrm>
            <a:off x="1475117" y="2424023"/>
            <a:ext cx="2191109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325EF6-7873-4663-AB04-B7A25BCF817E}"/>
              </a:ext>
            </a:extLst>
          </p:cNvPr>
          <p:cNvCxnSpPr>
            <a:cxnSpLocks/>
          </p:cNvCxnSpPr>
          <p:nvPr/>
        </p:nvCxnSpPr>
        <p:spPr>
          <a:xfrm>
            <a:off x="1871932" y="2355011"/>
            <a:ext cx="0" cy="60386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31BA9B3-F886-4792-857F-91594C97D0B4}"/>
              </a:ext>
            </a:extLst>
          </p:cNvPr>
          <p:cNvCxnSpPr>
            <a:cxnSpLocks/>
          </p:cNvCxnSpPr>
          <p:nvPr/>
        </p:nvCxnSpPr>
        <p:spPr>
          <a:xfrm>
            <a:off x="3286705" y="2329132"/>
            <a:ext cx="0" cy="86264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525E05E-8B2E-4CBD-80B7-7DF54D2D72FC}"/>
                  </a:ext>
                </a:extLst>
              </p:cNvPr>
              <p:cNvSpPr txBox="1"/>
              <p:nvPr/>
            </p:nvSpPr>
            <p:spPr>
              <a:xfrm>
                <a:off x="1713139" y="2385204"/>
                <a:ext cx="31758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525E05E-8B2E-4CBD-80B7-7DF54D2D72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3139" y="2385204"/>
                <a:ext cx="317586" cy="27699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4BFBB3E-4059-42E6-B3F5-067C4C3B4113}"/>
                  </a:ext>
                </a:extLst>
              </p:cNvPr>
              <p:cNvSpPr txBox="1"/>
              <p:nvPr/>
            </p:nvSpPr>
            <p:spPr>
              <a:xfrm>
                <a:off x="3107763" y="2397839"/>
                <a:ext cx="31758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4BFBB3E-4059-42E6-B3F5-067C4C3B41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7763" y="2397839"/>
                <a:ext cx="317586" cy="276999"/>
              </a:xfrm>
              <a:prstGeom prst="rect">
                <a:avLst/>
              </a:prstGeom>
              <a:blipFill>
                <a:blip r:embed="rId3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3339690-FE0F-4310-B6F1-C9443E99543A}"/>
                  </a:ext>
                </a:extLst>
              </p:cNvPr>
              <p:cNvSpPr txBox="1"/>
              <p:nvPr/>
            </p:nvSpPr>
            <p:spPr>
              <a:xfrm>
                <a:off x="3497913" y="2411388"/>
                <a:ext cx="28462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3339690-FE0F-4310-B6F1-C9443E9954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7913" y="2411388"/>
                <a:ext cx="28462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CB38A04-3809-4E87-AFC0-F8EE22B5BB94}"/>
              </a:ext>
            </a:extLst>
          </p:cNvPr>
          <p:cNvCxnSpPr/>
          <p:nvPr/>
        </p:nvCxnSpPr>
        <p:spPr>
          <a:xfrm>
            <a:off x="5607170" y="2553896"/>
            <a:ext cx="1673524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8938710-8E86-41C2-AE98-8CE569591AF9}"/>
              </a:ext>
            </a:extLst>
          </p:cNvPr>
          <p:cNvCxnSpPr>
            <a:cxnSpLocks/>
          </p:cNvCxnSpPr>
          <p:nvPr/>
        </p:nvCxnSpPr>
        <p:spPr>
          <a:xfrm flipV="1">
            <a:off x="5607170" y="974785"/>
            <a:ext cx="0" cy="1579112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C08FEE1-656F-4A3D-8B0C-5145BF313F92}"/>
              </a:ext>
            </a:extLst>
          </p:cNvPr>
          <p:cNvCxnSpPr>
            <a:cxnSpLocks/>
          </p:cNvCxnSpPr>
          <p:nvPr/>
        </p:nvCxnSpPr>
        <p:spPr>
          <a:xfrm flipH="1">
            <a:off x="4799162" y="2553420"/>
            <a:ext cx="808008" cy="106906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EB61469-5E4A-4E92-BAD2-F2098E864899}"/>
              </a:ext>
            </a:extLst>
          </p:cNvPr>
          <p:cNvCxnSpPr/>
          <p:nvPr/>
        </p:nvCxnSpPr>
        <p:spPr>
          <a:xfrm>
            <a:off x="5607170" y="2554373"/>
            <a:ext cx="1673524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52FC8A2-521C-4CB7-AEF1-4C1D50578CF2}"/>
                  </a:ext>
                </a:extLst>
              </p:cNvPr>
              <p:cNvSpPr txBox="1"/>
              <p:nvPr/>
            </p:nvSpPr>
            <p:spPr>
              <a:xfrm>
                <a:off x="4799161" y="3513702"/>
                <a:ext cx="30636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52FC8A2-521C-4CB7-AEF1-4C1D50578C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9161" y="3513702"/>
                <a:ext cx="306366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4D6D8DA7-3A1A-495D-B010-B7F83F854DBD}"/>
                  </a:ext>
                </a:extLst>
              </p:cNvPr>
              <p:cNvSpPr txBox="1"/>
              <p:nvPr/>
            </p:nvSpPr>
            <p:spPr>
              <a:xfrm>
                <a:off x="1309499" y="2436659"/>
                <a:ext cx="3279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4D6D8DA7-3A1A-495D-B010-B7F83F854D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9499" y="2436659"/>
                <a:ext cx="327910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F1E4C60-3D30-45B9-9342-6B847B008391}"/>
                  </a:ext>
                </a:extLst>
              </p:cNvPr>
              <p:cNvSpPr txBox="1"/>
              <p:nvPr/>
            </p:nvSpPr>
            <p:spPr>
              <a:xfrm>
                <a:off x="5529426" y="2575157"/>
                <a:ext cx="3279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F1E4C60-3D30-45B9-9342-6B847B0083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9426" y="2575157"/>
                <a:ext cx="327910" cy="2769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241DAA3-F61A-41A0-905B-B3E501F7BD89}"/>
                  </a:ext>
                </a:extLst>
              </p:cNvPr>
              <p:cNvSpPr txBox="1"/>
              <p:nvPr/>
            </p:nvSpPr>
            <p:spPr>
              <a:xfrm>
                <a:off x="7127511" y="2575158"/>
                <a:ext cx="30912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241DAA3-F61A-41A0-905B-B3E501F7BD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7511" y="2575158"/>
                <a:ext cx="309123" cy="2769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EF45C652-8EEC-499C-9ADD-352BFD4FD54F}"/>
                  </a:ext>
                </a:extLst>
              </p:cNvPr>
              <p:cNvSpPr txBox="1"/>
              <p:nvPr/>
            </p:nvSpPr>
            <p:spPr>
              <a:xfrm>
                <a:off x="5607170" y="728458"/>
                <a:ext cx="29629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EF45C652-8EEC-499C-9ADD-352BFD4FD5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7170" y="728458"/>
                <a:ext cx="296299" cy="2769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EBCD764E-5D17-4857-AA26-12080E2D3150}"/>
              </a:ext>
            </a:extLst>
          </p:cNvPr>
          <p:cNvSpPr/>
          <p:nvPr/>
        </p:nvSpPr>
        <p:spPr>
          <a:xfrm>
            <a:off x="5883215" y="1440611"/>
            <a:ext cx="1337094" cy="888521"/>
          </a:xfrm>
          <a:custGeom>
            <a:avLst/>
            <a:gdLst>
              <a:gd name="connsiteX0" fmla="*/ 0 w 1337094"/>
              <a:gd name="connsiteY0" fmla="*/ 888521 h 888521"/>
              <a:gd name="connsiteX1" fmla="*/ 276045 w 1337094"/>
              <a:gd name="connsiteY1" fmla="*/ 284672 h 888521"/>
              <a:gd name="connsiteX2" fmla="*/ 776377 w 1337094"/>
              <a:gd name="connsiteY2" fmla="*/ 34506 h 888521"/>
              <a:gd name="connsiteX3" fmla="*/ 1337094 w 1337094"/>
              <a:gd name="connsiteY3" fmla="*/ 0 h 8885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37094" h="888521">
                <a:moveTo>
                  <a:pt x="0" y="888521"/>
                </a:moveTo>
                <a:cubicBezTo>
                  <a:pt x="73324" y="657764"/>
                  <a:pt x="146649" y="427008"/>
                  <a:pt x="276045" y="284672"/>
                </a:cubicBezTo>
                <a:cubicBezTo>
                  <a:pt x="405441" y="142336"/>
                  <a:pt x="599536" y="81951"/>
                  <a:pt x="776377" y="34506"/>
                </a:cubicBezTo>
                <a:cubicBezTo>
                  <a:pt x="953219" y="-12939"/>
                  <a:pt x="1229264" y="5751"/>
                  <a:pt x="1337094" y="0"/>
                </a:cubicBezTo>
              </a:path>
            </a:pathLst>
          </a:cu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29005273-F71B-40CF-BC4D-4EE0BBD61237}"/>
              </a:ext>
            </a:extLst>
          </p:cNvPr>
          <p:cNvCxnSpPr>
            <a:stCxn id="42" idx="1"/>
          </p:cNvCxnSpPr>
          <p:nvPr/>
        </p:nvCxnSpPr>
        <p:spPr>
          <a:xfrm flipH="1" flipV="1">
            <a:off x="6096000" y="1639019"/>
            <a:ext cx="63260" cy="86264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F6FDF9A9-61CE-4B8A-8504-8AE8EFF3C076}"/>
              </a:ext>
            </a:extLst>
          </p:cNvPr>
          <p:cNvCxnSpPr>
            <a:cxnSpLocks/>
            <a:stCxn id="42" idx="2"/>
          </p:cNvCxnSpPr>
          <p:nvPr/>
        </p:nvCxnSpPr>
        <p:spPr>
          <a:xfrm flipH="1" flipV="1">
            <a:off x="6581955" y="1380226"/>
            <a:ext cx="77637" cy="94891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0928CBEE-FAC0-4720-8145-5178F1CAC5C2}"/>
                  </a:ext>
                </a:extLst>
              </p:cNvPr>
              <p:cNvSpPr txBox="1"/>
              <p:nvPr/>
            </p:nvSpPr>
            <p:spPr>
              <a:xfrm>
                <a:off x="2158600" y="2385204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0928CBEE-FAC0-4720-8145-5178F1CAC5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8600" y="2385204"/>
                <a:ext cx="476412" cy="2769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4FCC15C2-2A37-4540-A573-CDAF80B785D8}"/>
                  </a:ext>
                </a:extLst>
              </p:cNvPr>
              <p:cNvSpPr txBox="1"/>
              <p:nvPr/>
            </p:nvSpPr>
            <p:spPr>
              <a:xfrm>
                <a:off x="2593513" y="2394957"/>
                <a:ext cx="32893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4FCC15C2-2A37-4540-A573-CDAF80B785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3513" y="2394957"/>
                <a:ext cx="328936" cy="2769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9649FB1D-7243-4597-8E2C-C2B5286A7E9C}"/>
              </a:ext>
            </a:extLst>
          </p:cNvPr>
          <p:cNvCxnSpPr>
            <a:cxnSpLocks/>
            <a:endCxn id="42" idx="1"/>
          </p:cNvCxnSpPr>
          <p:nvPr/>
        </p:nvCxnSpPr>
        <p:spPr>
          <a:xfrm flipV="1">
            <a:off x="5607169" y="1725283"/>
            <a:ext cx="552091" cy="8246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C7608BB1-FB29-4083-9980-CBE1E17A76AB}"/>
              </a:ext>
            </a:extLst>
          </p:cNvPr>
          <p:cNvCxnSpPr>
            <a:cxnSpLocks/>
            <a:endCxn id="42" idx="2"/>
          </p:cNvCxnSpPr>
          <p:nvPr/>
        </p:nvCxnSpPr>
        <p:spPr>
          <a:xfrm flipV="1">
            <a:off x="5607169" y="1475117"/>
            <a:ext cx="1052423" cy="10747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56DE5AB7-B3A3-497E-9284-1AE20AEF9C0C}"/>
              </a:ext>
            </a:extLst>
          </p:cNvPr>
          <p:cNvCxnSpPr>
            <a:cxnSpLocks/>
            <a:stCxn id="42" idx="1"/>
            <a:endCxn id="42" idx="2"/>
          </p:cNvCxnSpPr>
          <p:nvPr/>
        </p:nvCxnSpPr>
        <p:spPr>
          <a:xfrm flipV="1">
            <a:off x="6159260" y="1475117"/>
            <a:ext cx="500332" cy="2501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F633FC40-46F6-4BFE-88BC-A3E84F709448}"/>
              </a:ext>
            </a:extLst>
          </p:cNvPr>
          <p:cNvCxnSpPr>
            <a:cxnSpLocks/>
          </p:cNvCxnSpPr>
          <p:nvPr/>
        </p:nvCxnSpPr>
        <p:spPr>
          <a:xfrm>
            <a:off x="2295065" y="2424023"/>
            <a:ext cx="445662" cy="0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A1882EE4-2C07-440D-9C6E-C5825B151DE8}"/>
                  </a:ext>
                </a:extLst>
              </p:cNvPr>
              <p:cNvSpPr txBox="1"/>
              <p:nvPr/>
            </p:nvSpPr>
            <p:spPr>
              <a:xfrm>
                <a:off x="5529426" y="1543651"/>
                <a:ext cx="68179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acc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A1882EE4-2C07-440D-9C6E-C5825B151D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9426" y="1543651"/>
                <a:ext cx="681790" cy="276999"/>
              </a:xfrm>
              <a:prstGeom prst="rect">
                <a:avLst/>
              </a:prstGeom>
              <a:blipFill>
                <a:blip r:embed="rId12"/>
                <a:stretch>
                  <a:fillRect t="-2174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9A2864EB-CC98-48F5-ABC4-040A323F8537}"/>
                  </a:ext>
                </a:extLst>
              </p:cNvPr>
              <p:cNvSpPr txBox="1"/>
              <p:nvPr/>
            </p:nvSpPr>
            <p:spPr>
              <a:xfrm>
                <a:off x="6593198" y="1187487"/>
                <a:ext cx="5343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acc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9A2864EB-CC98-48F5-ABC4-040A323F85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3198" y="1187487"/>
                <a:ext cx="534313" cy="276999"/>
              </a:xfrm>
              <a:prstGeom prst="rect">
                <a:avLst/>
              </a:prstGeom>
              <a:blipFill>
                <a:blip r:embed="rId13"/>
                <a:stretch>
                  <a:fillRect t="-2222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82467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D306833-0DE3-43A2-8E6D-4DD57DF8B6C4}"/>
              </a:ext>
            </a:extLst>
          </p:cNvPr>
          <p:cNvCxnSpPr>
            <a:cxnSpLocks/>
          </p:cNvCxnSpPr>
          <p:nvPr/>
        </p:nvCxnSpPr>
        <p:spPr>
          <a:xfrm>
            <a:off x="1475117" y="2424023"/>
            <a:ext cx="2191109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325EF6-7873-4663-AB04-B7A25BCF817E}"/>
              </a:ext>
            </a:extLst>
          </p:cNvPr>
          <p:cNvCxnSpPr>
            <a:cxnSpLocks/>
          </p:cNvCxnSpPr>
          <p:nvPr/>
        </p:nvCxnSpPr>
        <p:spPr>
          <a:xfrm>
            <a:off x="1871932" y="2355011"/>
            <a:ext cx="0" cy="60386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31BA9B3-F886-4792-857F-91594C97D0B4}"/>
              </a:ext>
            </a:extLst>
          </p:cNvPr>
          <p:cNvCxnSpPr>
            <a:cxnSpLocks/>
          </p:cNvCxnSpPr>
          <p:nvPr/>
        </p:nvCxnSpPr>
        <p:spPr>
          <a:xfrm>
            <a:off x="3286705" y="2329132"/>
            <a:ext cx="0" cy="86264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525E05E-8B2E-4CBD-80B7-7DF54D2D72FC}"/>
                  </a:ext>
                </a:extLst>
              </p:cNvPr>
              <p:cNvSpPr txBox="1"/>
              <p:nvPr/>
            </p:nvSpPr>
            <p:spPr>
              <a:xfrm>
                <a:off x="1713139" y="2385204"/>
                <a:ext cx="31758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525E05E-8B2E-4CBD-80B7-7DF54D2D72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3139" y="2385204"/>
                <a:ext cx="317586" cy="27699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4BFBB3E-4059-42E6-B3F5-067C4C3B4113}"/>
                  </a:ext>
                </a:extLst>
              </p:cNvPr>
              <p:cNvSpPr txBox="1"/>
              <p:nvPr/>
            </p:nvSpPr>
            <p:spPr>
              <a:xfrm>
                <a:off x="3107763" y="2397839"/>
                <a:ext cx="31758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4BFBB3E-4059-42E6-B3F5-067C4C3B41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7763" y="2397839"/>
                <a:ext cx="317586" cy="276999"/>
              </a:xfrm>
              <a:prstGeom prst="rect">
                <a:avLst/>
              </a:prstGeom>
              <a:blipFill>
                <a:blip r:embed="rId3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3339690-FE0F-4310-B6F1-C9443E99543A}"/>
                  </a:ext>
                </a:extLst>
              </p:cNvPr>
              <p:cNvSpPr txBox="1"/>
              <p:nvPr/>
            </p:nvSpPr>
            <p:spPr>
              <a:xfrm>
                <a:off x="3497913" y="2411388"/>
                <a:ext cx="28462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3339690-FE0F-4310-B6F1-C9443E9954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7913" y="2411388"/>
                <a:ext cx="28462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CB38A04-3809-4E87-AFC0-F8EE22B5BB94}"/>
              </a:ext>
            </a:extLst>
          </p:cNvPr>
          <p:cNvCxnSpPr/>
          <p:nvPr/>
        </p:nvCxnSpPr>
        <p:spPr>
          <a:xfrm>
            <a:off x="5607170" y="2553896"/>
            <a:ext cx="1673524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8938710-8E86-41C2-AE98-8CE569591AF9}"/>
              </a:ext>
            </a:extLst>
          </p:cNvPr>
          <p:cNvCxnSpPr>
            <a:cxnSpLocks/>
          </p:cNvCxnSpPr>
          <p:nvPr/>
        </p:nvCxnSpPr>
        <p:spPr>
          <a:xfrm flipV="1">
            <a:off x="5607170" y="974785"/>
            <a:ext cx="0" cy="1579112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C08FEE1-656F-4A3D-8B0C-5145BF313F92}"/>
              </a:ext>
            </a:extLst>
          </p:cNvPr>
          <p:cNvCxnSpPr>
            <a:cxnSpLocks/>
          </p:cNvCxnSpPr>
          <p:nvPr/>
        </p:nvCxnSpPr>
        <p:spPr>
          <a:xfrm flipH="1">
            <a:off x="4799162" y="2553420"/>
            <a:ext cx="808008" cy="106906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EB61469-5E4A-4E92-BAD2-F2098E864899}"/>
              </a:ext>
            </a:extLst>
          </p:cNvPr>
          <p:cNvCxnSpPr/>
          <p:nvPr/>
        </p:nvCxnSpPr>
        <p:spPr>
          <a:xfrm>
            <a:off x="5607170" y="2554373"/>
            <a:ext cx="1673524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52FC8A2-521C-4CB7-AEF1-4C1D50578CF2}"/>
                  </a:ext>
                </a:extLst>
              </p:cNvPr>
              <p:cNvSpPr txBox="1"/>
              <p:nvPr/>
            </p:nvSpPr>
            <p:spPr>
              <a:xfrm>
                <a:off x="4799161" y="3513702"/>
                <a:ext cx="30636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52FC8A2-521C-4CB7-AEF1-4C1D50578C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9161" y="3513702"/>
                <a:ext cx="306366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4D6D8DA7-3A1A-495D-B010-B7F83F854DBD}"/>
                  </a:ext>
                </a:extLst>
              </p:cNvPr>
              <p:cNvSpPr txBox="1"/>
              <p:nvPr/>
            </p:nvSpPr>
            <p:spPr>
              <a:xfrm>
                <a:off x="1309499" y="2436659"/>
                <a:ext cx="3279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4D6D8DA7-3A1A-495D-B010-B7F83F854D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9499" y="2436659"/>
                <a:ext cx="327910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F1E4C60-3D30-45B9-9342-6B847B008391}"/>
                  </a:ext>
                </a:extLst>
              </p:cNvPr>
              <p:cNvSpPr txBox="1"/>
              <p:nvPr/>
            </p:nvSpPr>
            <p:spPr>
              <a:xfrm>
                <a:off x="5529426" y="2575157"/>
                <a:ext cx="3279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F1E4C60-3D30-45B9-9342-6B847B0083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9426" y="2575157"/>
                <a:ext cx="327910" cy="2769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241DAA3-F61A-41A0-905B-B3E501F7BD89}"/>
                  </a:ext>
                </a:extLst>
              </p:cNvPr>
              <p:cNvSpPr txBox="1"/>
              <p:nvPr/>
            </p:nvSpPr>
            <p:spPr>
              <a:xfrm>
                <a:off x="7127511" y="2575158"/>
                <a:ext cx="30912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241DAA3-F61A-41A0-905B-B3E501F7BD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7511" y="2575158"/>
                <a:ext cx="309123" cy="2769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EF45C652-8EEC-499C-9ADD-352BFD4FD54F}"/>
                  </a:ext>
                </a:extLst>
              </p:cNvPr>
              <p:cNvSpPr txBox="1"/>
              <p:nvPr/>
            </p:nvSpPr>
            <p:spPr>
              <a:xfrm>
                <a:off x="5607170" y="728458"/>
                <a:ext cx="29629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EF45C652-8EEC-499C-9ADD-352BFD4FD5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7170" y="728458"/>
                <a:ext cx="296299" cy="2769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EBCD764E-5D17-4857-AA26-12080E2D3150}"/>
              </a:ext>
            </a:extLst>
          </p:cNvPr>
          <p:cNvSpPr/>
          <p:nvPr/>
        </p:nvSpPr>
        <p:spPr>
          <a:xfrm>
            <a:off x="5883215" y="1440611"/>
            <a:ext cx="1337094" cy="888521"/>
          </a:xfrm>
          <a:custGeom>
            <a:avLst/>
            <a:gdLst>
              <a:gd name="connsiteX0" fmla="*/ 0 w 1337094"/>
              <a:gd name="connsiteY0" fmla="*/ 888521 h 888521"/>
              <a:gd name="connsiteX1" fmla="*/ 276045 w 1337094"/>
              <a:gd name="connsiteY1" fmla="*/ 284672 h 888521"/>
              <a:gd name="connsiteX2" fmla="*/ 776377 w 1337094"/>
              <a:gd name="connsiteY2" fmla="*/ 34506 h 888521"/>
              <a:gd name="connsiteX3" fmla="*/ 1337094 w 1337094"/>
              <a:gd name="connsiteY3" fmla="*/ 0 h 8885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37094" h="888521">
                <a:moveTo>
                  <a:pt x="0" y="888521"/>
                </a:moveTo>
                <a:cubicBezTo>
                  <a:pt x="73324" y="657764"/>
                  <a:pt x="146649" y="427008"/>
                  <a:pt x="276045" y="284672"/>
                </a:cubicBezTo>
                <a:cubicBezTo>
                  <a:pt x="405441" y="142336"/>
                  <a:pt x="599536" y="81951"/>
                  <a:pt x="776377" y="34506"/>
                </a:cubicBezTo>
                <a:cubicBezTo>
                  <a:pt x="953219" y="-12939"/>
                  <a:pt x="1229264" y="5751"/>
                  <a:pt x="1337094" y="0"/>
                </a:cubicBezTo>
              </a:path>
            </a:pathLst>
          </a:cu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29005273-F71B-40CF-BC4D-4EE0BBD61237}"/>
              </a:ext>
            </a:extLst>
          </p:cNvPr>
          <p:cNvCxnSpPr>
            <a:stCxn id="42" idx="1"/>
          </p:cNvCxnSpPr>
          <p:nvPr/>
        </p:nvCxnSpPr>
        <p:spPr>
          <a:xfrm flipH="1" flipV="1">
            <a:off x="6096000" y="1639019"/>
            <a:ext cx="63260" cy="86264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F6FDF9A9-61CE-4B8A-8504-8AE8EFF3C076}"/>
              </a:ext>
            </a:extLst>
          </p:cNvPr>
          <p:cNvCxnSpPr>
            <a:cxnSpLocks/>
            <a:stCxn id="42" idx="2"/>
          </p:cNvCxnSpPr>
          <p:nvPr/>
        </p:nvCxnSpPr>
        <p:spPr>
          <a:xfrm flipH="1" flipV="1">
            <a:off x="6581955" y="1380226"/>
            <a:ext cx="77637" cy="94891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0928CBEE-FAC0-4720-8145-5178F1CAC5C2}"/>
                  </a:ext>
                </a:extLst>
              </p:cNvPr>
              <p:cNvSpPr txBox="1"/>
              <p:nvPr/>
            </p:nvSpPr>
            <p:spPr>
              <a:xfrm>
                <a:off x="2158600" y="2385204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0928CBEE-FAC0-4720-8145-5178F1CAC5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8600" y="2385204"/>
                <a:ext cx="476412" cy="2769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4FCC15C2-2A37-4540-A573-CDAF80B785D8}"/>
                  </a:ext>
                </a:extLst>
              </p:cNvPr>
              <p:cNvSpPr txBox="1"/>
              <p:nvPr/>
            </p:nvSpPr>
            <p:spPr>
              <a:xfrm>
                <a:off x="2593513" y="2394957"/>
                <a:ext cx="32893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4FCC15C2-2A37-4540-A573-CDAF80B785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3513" y="2394957"/>
                <a:ext cx="328936" cy="2769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9649FB1D-7243-4597-8E2C-C2B5286A7E9C}"/>
              </a:ext>
            </a:extLst>
          </p:cNvPr>
          <p:cNvCxnSpPr>
            <a:cxnSpLocks/>
            <a:endCxn id="42" idx="1"/>
          </p:cNvCxnSpPr>
          <p:nvPr/>
        </p:nvCxnSpPr>
        <p:spPr>
          <a:xfrm flipV="1">
            <a:off x="5607169" y="1725283"/>
            <a:ext cx="552091" cy="8246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C7608BB1-FB29-4083-9980-CBE1E17A76AB}"/>
              </a:ext>
            </a:extLst>
          </p:cNvPr>
          <p:cNvCxnSpPr>
            <a:endCxn id="42" idx="2"/>
          </p:cNvCxnSpPr>
          <p:nvPr/>
        </p:nvCxnSpPr>
        <p:spPr>
          <a:xfrm flipV="1">
            <a:off x="5607169" y="1475117"/>
            <a:ext cx="1052423" cy="10747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56DE5AB7-B3A3-497E-9284-1AE20AEF9C0C}"/>
              </a:ext>
            </a:extLst>
          </p:cNvPr>
          <p:cNvCxnSpPr>
            <a:stCxn id="42" idx="1"/>
            <a:endCxn id="42" idx="2"/>
          </p:cNvCxnSpPr>
          <p:nvPr/>
        </p:nvCxnSpPr>
        <p:spPr>
          <a:xfrm flipV="1">
            <a:off x="6159260" y="1475117"/>
            <a:ext cx="500332" cy="2501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F633FC40-46F6-4BFE-88BC-A3E84F709448}"/>
              </a:ext>
            </a:extLst>
          </p:cNvPr>
          <p:cNvCxnSpPr>
            <a:cxnSpLocks/>
          </p:cNvCxnSpPr>
          <p:nvPr/>
        </p:nvCxnSpPr>
        <p:spPr>
          <a:xfrm>
            <a:off x="2295065" y="2424023"/>
            <a:ext cx="445662" cy="0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A1882EE4-2C07-440D-9C6E-C5825B151DE8}"/>
                  </a:ext>
                </a:extLst>
              </p:cNvPr>
              <p:cNvSpPr txBox="1"/>
              <p:nvPr/>
            </p:nvSpPr>
            <p:spPr>
              <a:xfrm>
                <a:off x="5516441" y="1527830"/>
                <a:ext cx="68179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acc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A1882EE4-2C07-440D-9C6E-C5825B151D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6441" y="1527830"/>
                <a:ext cx="681790" cy="276999"/>
              </a:xfrm>
              <a:prstGeom prst="rect">
                <a:avLst/>
              </a:prstGeom>
              <a:blipFill>
                <a:blip r:embed="rId12"/>
                <a:stretch>
                  <a:fillRect t="-2222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9A2864EB-CC98-48F5-ABC4-040A323F8537}"/>
                  </a:ext>
                </a:extLst>
              </p:cNvPr>
              <p:cNvSpPr txBox="1"/>
              <p:nvPr/>
            </p:nvSpPr>
            <p:spPr>
              <a:xfrm>
                <a:off x="6593198" y="1187487"/>
                <a:ext cx="5343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acc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9A2864EB-CC98-48F5-ABC4-040A323F85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3198" y="1187487"/>
                <a:ext cx="534313" cy="276999"/>
              </a:xfrm>
              <a:prstGeom prst="rect">
                <a:avLst/>
              </a:prstGeom>
              <a:blipFill>
                <a:blip r:embed="rId13"/>
                <a:stretch>
                  <a:fillRect t="-2222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180D326B-86CE-4649-86BF-F934BE708CD5}"/>
              </a:ext>
            </a:extLst>
          </p:cNvPr>
          <p:cNvCxnSpPr>
            <a:stCxn id="42" idx="1"/>
          </p:cNvCxnSpPr>
          <p:nvPr/>
        </p:nvCxnSpPr>
        <p:spPr>
          <a:xfrm flipV="1">
            <a:off x="6159260" y="1187487"/>
            <a:ext cx="146651" cy="537796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55D11B6E-A2CF-47BE-94BF-D9B213603C2B}"/>
                  </a:ext>
                </a:extLst>
              </p:cNvPr>
              <p:cNvSpPr txBox="1"/>
              <p:nvPr/>
            </p:nvSpPr>
            <p:spPr>
              <a:xfrm>
                <a:off x="6024209" y="866957"/>
                <a:ext cx="348044" cy="29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55D11B6E-A2CF-47BE-94BF-D9B213603C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4209" y="866957"/>
                <a:ext cx="348044" cy="299441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52800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14C3F25-E1E7-476E-85BB-60F3AC1A19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5281" y="1742536"/>
            <a:ext cx="6217843" cy="2484451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DB10876-535E-4498-A071-F556B4AC56B6}"/>
              </a:ext>
            </a:extLst>
          </p:cNvPr>
          <p:cNvCxnSpPr>
            <a:cxnSpLocks/>
          </p:cNvCxnSpPr>
          <p:nvPr/>
        </p:nvCxnSpPr>
        <p:spPr>
          <a:xfrm flipH="1" flipV="1">
            <a:off x="6057900" y="1854679"/>
            <a:ext cx="282516" cy="80225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498AA22-5107-4957-A569-F5A2F83FE1D9}"/>
                  </a:ext>
                </a:extLst>
              </p:cNvPr>
              <p:cNvSpPr txBox="1"/>
              <p:nvPr/>
            </p:nvSpPr>
            <p:spPr>
              <a:xfrm>
                <a:off x="5695591" y="1675432"/>
                <a:ext cx="47445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498AA22-5107-4957-A569-F5A2F83FE1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5591" y="1675432"/>
                <a:ext cx="474453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3C99E67-98DB-48DA-B2E8-C34FB79C3EDD}"/>
              </a:ext>
            </a:extLst>
          </p:cNvPr>
          <p:cNvCxnSpPr>
            <a:cxnSpLocks/>
          </p:cNvCxnSpPr>
          <p:nvPr/>
        </p:nvCxnSpPr>
        <p:spPr>
          <a:xfrm flipV="1">
            <a:off x="6340415" y="2044764"/>
            <a:ext cx="362310" cy="61217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6C1E865-8111-40A6-8B44-2CA6F588EC1F}"/>
                  </a:ext>
                </a:extLst>
              </p:cNvPr>
              <p:cNvSpPr txBox="1"/>
              <p:nvPr/>
            </p:nvSpPr>
            <p:spPr>
              <a:xfrm>
                <a:off x="6657130" y="1854679"/>
                <a:ext cx="47445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6C1E865-8111-40A6-8B44-2CA6F588EC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57130" y="1854679"/>
                <a:ext cx="474453" cy="369332"/>
              </a:xfrm>
              <a:prstGeom prst="rect">
                <a:avLst/>
              </a:prstGeom>
              <a:blipFill>
                <a:blip r:embed="rId4"/>
                <a:stretch>
                  <a:fillRect t="-22951" r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78791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</TotalTime>
  <Words>57</Words>
  <Application>Microsoft Office PowerPoint</Application>
  <PresentationFormat>Widescreen</PresentationFormat>
  <Paragraphs>39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Jinpeng Ma</dc:creator>
  <cp:lastModifiedBy>Jinpeng Ma</cp:lastModifiedBy>
  <cp:revision>6</cp:revision>
  <dcterms:created xsi:type="dcterms:W3CDTF">2025-05-18T07:48:05Z</dcterms:created>
  <dcterms:modified xsi:type="dcterms:W3CDTF">2025-05-19T08:48:26Z</dcterms:modified>
</cp:coreProperties>
</file>