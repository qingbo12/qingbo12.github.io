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533" y="71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57B1F-F486-49AA-89DC-E142EC804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7B05C-2F89-4919-8746-605587B2A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43104-E656-413D-AA70-04DE2509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B464B-9012-4787-BE02-EC6E9F8C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74C9-B983-42C7-B486-3CC3CA85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2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2A39-A233-46B1-B988-9626336F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AF60E-BD3C-41ED-A9B1-2720A53AC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6CD7C-2584-43CA-9877-B8F3F976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BFB33-1A8F-451B-BE53-136CEB1A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205C-ED95-4B35-95CE-CC25EB69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65AD-992D-4B37-B176-CB54955C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9B205-EBC9-45BB-94C7-DD4047AD5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B57E-E3D7-4A6B-B5EC-619D88EF5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18BC5-56AF-4F5A-BC3E-3A444DAB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A1405-294E-4407-A29F-508632FC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1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AB5C-BB10-45C5-865B-769775D7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F2931-E741-4E2E-B3DD-2FD809713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783CB-E4FA-40B4-8D70-ECF140B37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66AC8-448E-4387-A7DB-5C607E6E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39EB7-CAD7-45EE-80B8-1B53299A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A947F-BC65-43D0-B0E5-A9181E00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1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B6B5-AC6A-4CE1-850A-017C6BEC8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B56B9-57A5-427E-9277-F7C420C0E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90FF7-E52F-4755-8718-449185CBF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C180C-82B7-4899-BA72-C95548F8C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7A239-1C04-4F17-958C-978C5A31D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E60265-4EC1-45F7-98B2-2D0610F0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5944F-8EFF-4FA7-9762-2B6D1331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0A0F31-EC86-4E19-AE70-F82C6C83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1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F884-43FF-4127-90C3-FFE8EB982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B3E96-2B6E-4B78-A236-9B649EF07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3797F-2F6D-4B3B-9568-3688B5AD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9CC9B-CD5D-49C5-8C18-CCDC59A63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8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F7BDD-F438-480F-A9F6-5D3A9122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DCAF3-7742-4FCB-90FB-0E4997E8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E818B-9515-4A5D-A002-EE1DB2DB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9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74C5B-2238-44D3-9AE5-B6638844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786D-8C26-499D-843A-03950AED9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FF13B-6252-4664-B908-ECBF785F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4ABC7-58F3-4298-8140-7ED11379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34993-6548-4687-9DD7-B1DD7CF7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0EF67-16C9-4557-B9CF-A546235D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0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D791-4E3B-44CF-AC5D-970E8F9CD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CDCC7-4C9C-4A29-95DC-01A4F83FA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C3E56-10FA-4851-AEB4-8F8F232F3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17527-40B7-47B1-9BFF-D78181AB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43DE3-40B2-4264-AFBD-64C61DE1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F29EE-7254-4697-97AD-7CA97F59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2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6ED0-619C-4795-964B-64CCD543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F7666-01DA-40E0-B3BB-F091B161C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9F347-8315-4CEF-B5AA-873FE4F0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8925C-FAFE-4842-A350-5A865C66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C484A-DC08-46A8-B0D3-53A3B8E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5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96A21-24E9-4691-8068-4318E84399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26748-A1A3-4B32-B8B3-FCA8A7422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A9077-FC6C-4449-AE75-FF6D5E78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25B36-5F33-4E39-A0E2-DCE744A3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9729D-7604-4A00-A3A8-AE61BEA1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4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BC432-2DBF-403B-B389-AB35E60C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9D58B-1FD0-486F-BF5F-864999FB0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DFE52-38E7-44E7-B311-0A9F38790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7950C-02E3-41A3-9DC3-63E190C3A82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35E60-1D8E-4E05-A42B-8290C5F0E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B7A8D-39B1-46AF-8F58-5541C40E6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12382-B817-40F0-9783-E63FE1172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9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306833-0DE3-43A2-8E6D-4DD57DF8B6C4}"/>
              </a:ext>
            </a:extLst>
          </p:cNvPr>
          <p:cNvCxnSpPr>
            <a:cxnSpLocks/>
          </p:cNvCxnSpPr>
          <p:nvPr/>
        </p:nvCxnSpPr>
        <p:spPr>
          <a:xfrm>
            <a:off x="1475117" y="2424023"/>
            <a:ext cx="219110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325EF6-7873-4663-AB04-B7A25BCF817E}"/>
              </a:ext>
            </a:extLst>
          </p:cNvPr>
          <p:cNvCxnSpPr>
            <a:cxnSpLocks/>
          </p:cNvCxnSpPr>
          <p:nvPr/>
        </p:nvCxnSpPr>
        <p:spPr>
          <a:xfrm>
            <a:off x="1871932" y="2355011"/>
            <a:ext cx="0" cy="603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1BA9B3-F886-4792-857F-91594C97D0B4}"/>
              </a:ext>
            </a:extLst>
          </p:cNvPr>
          <p:cNvCxnSpPr>
            <a:cxnSpLocks/>
          </p:cNvCxnSpPr>
          <p:nvPr/>
        </p:nvCxnSpPr>
        <p:spPr>
          <a:xfrm>
            <a:off x="3286705" y="2329132"/>
            <a:ext cx="0" cy="8626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25E05E-8B2E-4CBD-80B7-7DF54D2D72FC}"/>
                  </a:ext>
                </a:extLst>
              </p:cNvPr>
              <p:cNvSpPr txBox="1"/>
              <p:nvPr/>
            </p:nvSpPr>
            <p:spPr>
              <a:xfrm>
                <a:off x="1713139" y="2385204"/>
                <a:ext cx="3175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25E05E-8B2E-4CBD-80B7-7DF54D2D7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39" y="2385204"/>
                <a:ext cx="317586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BFBB3E-4059-42E6-B3F5-067C4C3B4113}"/>
                  </a:ext>
                </a:extLst>
              </p:cNvPr>
              <p:cNvSpPr txBox="1"/>
              <p:nvPr/>
            </p:nvSpPr>
            <p:spPr>
              <a:xfrm>
                <a:off x="3107763" y="2397839"/>
                <a:ext cx="3175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BFBB3E-4059-42E6-B3F5-067C4C3B4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763" y="2397839"/>
                <a:ext cx="317586" cy="276999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339690-FE0F-4310-B6F1-C9443E99543A}"/>
                  </a:ext>
                </a:extLst>
              </p:cNvPr>
              <p:cNvSpPr txBox="1"/>
              <p:nvPr/>
            </p:nvSpPr>
            <p:spPr>
              <a:xfrm>
                <a:off x="3497913" y="2411388"/>
                <a:ext cx="28462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339690-FE0F-4310-B6F1-C9443E995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913" y="2411388"/>
                <a:ext cx="28462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B38A04-3809-4E87-AFC0-F8EE22B5BB94}"/>
              </a:ext>
            </a:extLst>
          </p:cNvPr>
          <p:cNvCxnSpPr/>
          <p:nvPr/>
        </p:nvCxnSpPr>
        <p:spPr>
          <a:xfrm>
            <a:off x="5607170" y="2553896"/>
            <a:ext cx="167352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938710-8E86-41C2-AE98-8CE569591AF9}"/>
              </a:ext>
            </a:extLst>
          </p:cNvPr>
          <p:cNvCxnSpPr>
            <a:cxnSpLocks/>
          </p:cNvCxnSpPr>
          <p:nvPr/>
        </p:nvCxnSpPr>
        <p:spPr>
          <a:xfrm flipV="1">
            <a:off x="5607170" y="974785"/>
            <a:ext cx="0" cy="157911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08FEE1-656F-4A3D-8B0C-5145BF313F92}"/>
              </a:ext>
            </a:extLst>
          </p:cNvPr>
          <p:cNvCxnSpPr>
            <a:cxnSpLocks/>
          </p:cNvCxnSpPr>
          <p:nvPr/>
        </p:nvCxnSpPr>
        <p:spPr>
          <a:xfrm flipH="1">
            <a:off x="4799162" y="2553420"/>
            <a:ext cx="808008" cy="10690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EB61469-5E4A-4E92-BAD2-F2098E864899}"/>
              </a:ext>
            </a:extLst>
          </p:cNvPr>
          <p:cNvCxnSpPr/>
          <p:nvPr/>
        </p:nvCxnSpPr>
        <p:spPr>
          <a:xfrm>
            <a:off x="5607170" y="2554373"/>
            <a:ext cx="167352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2FC8A2-521C-4CB7-AEF1-4C1D50578CF2}"/>
                  </a:ext>
                </a:extLst>
              </p:cNvPr>
              <p:cNvSpPr txBox="1"/>
              <p:nvPr/>
            </p:nvSpPr>
            <p:spPr>
              <a:xfrm>
                <a:off x="4799161" y="3513702"/>
                <a:ext cx="3063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2FC8A2-521C-4CB7-AEF1-4C1D50578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161" y="3513702"/>
                <a:ext cx="30636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6D8DA7-3A1A-495D-B010-B7F83F854DBD}"/>
                  </a:ext>
                </a:extLst>
              </p:cNvPr>
              <p:cNvSpPr txBox="1"/>
              <p:nvPr/>
            </p:nvSpPr>
            <p:spPr>
              <a:xfrm>
                <a:off x="1309499" y="2436659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6D8DA7-3A1A-495D-B010-B7F83F854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499" y="2436659"/>
                <a:ext cx="32791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F1E4C60-3D30-45B9-9342-6B847B008391}"/>
                  </a:ext>
                </a:extLst>
              </p:cNvPr>
              <p:cNvSpPr txBox="1"/>
              <p:nvPr/>
            </p:nvSpPr>
            <p:spPr>
              <a:xfrm>
                <a:off x="5529426" y="2575157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F1E4C60-3D30-45B9-9342-6B847B008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426" y="2575157"/>
                <a:ext cx="32791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41DAA3-F61A-41A0-905B-B3E501F7BD89}"/>
                  </a:ext>
                </a:extLst>
              </p:cNvPr>
              <p:cNvSpPr txBox="1"/>
              <p:nvPr/>
            </p:nvSpPr>
            <p:spPr>
              <a:xfrm>
                <a:off x="7127511" y="2575158"/>
                <a:ext cx="3091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41DAA3-F61A-41A0-905B-B3E501F7B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511" y="2575158"/>
                <a:ext cx="30912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F45C652-8EEC-499C-9ADD-352BFD4FD54F}"/>
                  </a:ext>
                </a:extLst>
              </p:cNvPr>
              <p:cNvSpPr txBox="1"/>
              <p:nvPr/>
            </p:nvSpPr>
            <p:spPr>
              <a:xfrm>
                <a:off x="5607170" y="728458"/>
                <a:ext cx="2962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F45C652-8EEC-499C-9ADD-352BFD4FD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70" y="728458"/>
                <a:ext cx="296299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BCD764E-5D17-4857-AA26-12080E2D3150}"/>
              </a:ext>
            </a:extLst>
          </p:cNvPr>
          <p:cNvSpPr/>
          <p:nvPr/>
        </p:nvSpPr>
        <p:spPr>
          <a:xfrm>
            <a:off x="5883215" y="1440611"/>
            <a:ext cx="1337094" cy="888521"/>
          </a:xfrm>
          <a:custGeom>
            <a:avLst/>
            <a:gdLst>
              <a:gd name="connsiteX0" fmla="*/ 0 w 1337094"/>
              <a:gd name="connsiteY0" fmla="*/ 888521 h 888521"/>
              <a:gd name="connsiteX1" fmla="*/ 276045 w 1337094"/>
              <a:gd name="connsiteY1" fmla="*/ 284672 h 888521"/>
              <a:gd name="connsiteX2" fmla="*/ 776377 w 1337094"/>
              <a:gd name="connsiteY2" fmla="*/ 34506 h 888521"/>
              <a:gd name="connsiteX3" fmla="*/ 1337094 w 1337094"/>
              <a:gd name="connsiteY3" fmla="*/ 0 h 888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094" h="888521">
                <a:moveTo>
                  <a:pt x="0" y="888521"/>
                </a:moveTo>
                <a:cubicBezTo>
                  <a:pt x="73324" y="657764"/>
                  <a:pt x="146649" y="427008"/>
                  <a:pt x="276045" y="284672"/>
                </a:cubicBezTo>
                <a:cubicBezTo>
                  <a:pt x="405441" y="142336"/>
                  <a:pt x="599536" y="81951"/>
                  <a:pt x="776377" y="34506"/>
                </a:cubicBezTo>
                <a:cubicBezTo>
                  <a:pt x="953219" y="-12939"/>
                  <a:pt x="1229264" y="5751"/>
                  <a:pt x="1337094" y="0"/>
                </a:cubicBez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005273-F71B-40CF-BC4D-4EE0BBD61237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6096000" y="1639019"/>
            <a:ext cx="63260" cy="8626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6FDF9A9-61CE-4B8A-8504-8AE8EFF3C076}"/>
              </a:ext>
            </a:extLst>
          </p:cNvPr>
          <p:cNvCxnSpPr>
            <a:cxnSpLocks/>
            <a:stCxn id="42" idx="2"/>
          </p:cNvCxnSpPr>
          <p:nvPr/>
        </p:nvCxnSpPr>
        <p:spPr>
          <a:xfrm flipH="1" flipV="1">
            <a:off x="6581955" y="1380226"/>
            <a:ext cx="77637" cy="9489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28CBEE-FAC0-4720-8145-5178F1CAC5C2}"/>
                  </a:ext>
                </a:extLst>
              </p:cNvPr>
              <p:cNvSpPr txBox="1"/>
              <p:nvPr/>
            </p:nvSpPr>
            <p:spPr>
              <a:xfrm>
                <a:off x="2158600" y="2385204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28CBEE-FAC0-4720-8145-5178F1CAC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600" y="2385204"/>
                <a:ext cx="47641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FCC15C2-2A37-4540-A573-CDAF80B785D8}"/>
                  </a:ext>
                </a:extLst>
              </p:cNvPr>
              <p:cNvSpPr txBox="1"/>
              <p:nvPr/>
            </p:nvSpPr>
            <p:spPr>
              <a:xfrm>
                <a:off x="2593513" y="2394957"/>
                <a:ext cx="3289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FCC15C2-2A37-4540-A573-CDAF80B78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513" y="2394957"/>
                <a:ext cx="32893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649FB1D-7243-4597-8E2C-C2B5286A7E9C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607169" y="1725283"/>
            <a:ext cx="552091" cy="82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7608BB1-FB29-4083-9980-CBE1E17A76AB}"/>
              </a:ext>
            </a:extLst>
          </p:cNvPr>
          <p:cNvCxnSpPr>
            <a:endCxn id="42" idx="2"/>
          </p:cNvCxnSpPr>
          <p:nvPr/>
        </p:nvCxnSpPr>
        <p:spPr>
          <a:xfrm flipV="1">
            <a:off x="5607169" y="1475117"/>
            <a:ext cx="1052423" cy="1074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6DE5AB7-B3A3-497E-9284-1AE20AEF9C0C}"/>
              </a:ext>
            </a:extLst>
          </p:cNvPr>
          <p:cNvCxnSpPr>
            <a:stCxn id="42" idx="1"/>
            <a:endCxn id="42" idx="2"/>
          </p:cNvCxnSpPr>
          <p:nvPr/>
        </p:nvCxnSpPr>
        <p:spPr>
          <a:xfrm flipV="1">
            <a:off x="6159260" y="1475117"/>
            <a:ext cx="500332" cy="250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633FC40-46F6-4BFE-88BC-A3E84F709448}"/>
              </a:ext>
            </a:extLst>
          </p:cNvPr>
          <p:cNvCxnSpPr>
            <a:cxnSpLocks/>
          </p:cNvCxnSpPr>
          <p:nvPr/>
        </p:nvCxnSpPr>
        <p:spPr>
          <a:xfrm>
            <a:off x="2295065" y="2424023"/>
            <a:ext cx="44566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1882EE4-2C07-440D-9C6E-C5825B151DE8}"/>
                  </a:ext>
                </a:extLst>
              </p:cNvPr>
              <p:cNvSpPr txBox="1"/>
              <p:nvPr/>
            </p:nvSpPr>
            <p:spPr>
              <a:xfrm>
                <a:off x="5529426" y="1543651"/>
                <a:ext cx="6817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1882EE4-2C07-440D-9C6E-C5825B151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426" y="1543651"/>
                <a:ext cx="681790" cy="276999"/>
              </a:xfrm>
              <a:prstGeom prst="rect">
                <a:avLst/>
              </a:prstGeom>
              <a:blipFill>
                <a:blip r:embed="rId12"/>
                <a:stretch>
                  <a:fillRect t="-21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A2864EB-CC98-48F5-ABC4-040A323F8537}"/>
                  </a:ext>
                </a:extLst>
              </p:cNvPr>
              <p:cNvSpPr txBox="1"/>
              <p:nvPr/>
            </p:nvSpPr>
            <p:spPr>
              <a:xfrm>
                <a:off x="6593198" y="1187487"/>
                <a:ext cx="5343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A2864EB-CC98-48F5-ABC4-040A323F8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198" y="1187487"/>
                <a:ext cx="534313" cy="276999"/>
              </a:xfrm>
              <a:prstGeom prst="rect">
                <a:avLst/>
              </a:prstGeom>
              <a:blipFill>
                <a:blip r:embed="rId13"/>
                <a:stretch>
                  <a:fillRect t="-22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339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306833-0DE3-43A2-8E6D-4DD57DF8B6C4}"/>
              </a:ext>
            </a:extLst>
          </p:cNvPr>
          <p:cNvCxnSpPr>
            <a:cxnSpLocks/>
          </p:cNvCxnSpPr>
          <p:nvPr/>
        </p:nvCxnSpPr>
        <p:spPr>
          <a:xfrm>
            <a:off x="1475117" y="2424023"/>
            <a:ext cx="219110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325EF6-7873-4663-AB04-B7A25BCF817E}"/>
              </a:ext>
            </a:extLst>
          </p:cNvPr>
          <p:cNvCxnSpPr>
            <a:cxnSpLocks/>
          </p:cNvCxnSpPr>
          <p:nvPr/>
        </p:nvCxnSpPr>
        <p:spPr>
          <a:xfrm>
            <a:off x="1871932" y="2355011"/>
            <a:ext cx="0" cy="603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1BA9B3-F886-4792-857F-91594C97D0B4}"/>
              </a:ext>
            </a:extLst>
          </p:cNvPr>
          <p:cNvCxnSpPr>
            <a:cxnSpLocks/>
          </p:cNvCxnSpPr>
          <p:nvPr/>
        </p:nvCxnSpPr>
        <p:spPr>
          <a:xfrm>
            <a:off x="3286705" y="2329132"/>
            <a:ext cx="0" cy="8626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25E05E-8B2E-4CBD-80B7-7DF54D2D72FC}"/>
                  </a:ext>
                </a:extLst>
              </p:cNvPr>
              <p:cNvSpPr txBox="1"/>
              <p:nvPr/>
            </p:nvSpPr>
            <p:spPr>
              <a:xfrm>
                <a:off x="1713139" y="2385204"/>
                <a:ext cx="3175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25E05E-8B2E-4CBD-80B7-7DF54D2D7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39" y="2385204"/>
                <a:ext cx="317586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BFBB3E-4059-42E6-B3F5-067C4C3B4113}"/>
                  </a:ext>
                </a:extLst>
              </p:cNvPr>
              <p:cNvSpPr txBox="1"/>
              <p:nvPr/>
            </p:nvSpPr>
            <p:spPr>
              <a:xfrm>
                <a:off x="3107763" y="2397839"/>
                <a:ext cx="3175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BFBB3E-4059-42E6-B3F5-067C4C3B4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763" y="2397839"/>
                <a:ext cx="317586" cy="276999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339690-FE0F-4310-B6F1-C9443E99543A}"/>
                  </a:ext>
                </a:extLst>
              </p:cNvPr>
              <p:cNvSpPr txBox="1"/>
              <p:nvPr/>
            </p:nvSpPr>
            <p:spPr>
              <a:xfrm>
                <a:off x="3497913" y="2411388"/>
                <a:ext cx="28462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339690-FE0F-4310-B6F1-C9443E995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913" y="2411388"/>
                <a:ext cx="28462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B38A04-3809-4E87-AFC0-F8EE22B5BB94}"/>
              </a:ext>
            </a:extLst>
          </p:cNvPr>
          <p:cNvCxnSpPr/>
          <p:nvPr/>
        </p:nvCxnSpPr>
        <p:spPr>
          <a:xfrm>
            <a:off x="5607170" y="2553896"/>
            <a:ext cx="167352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938710-8E86-41C2-AE98-8CE569591AF9}"/>
              </a:ext>
            </a:extLst>
          </p:cNvPr>
          <p:cNvCxnSpPr>
            <a:cxnSpLocks/>
          </p:cNvCxnSpPr>
          <p:nvPr/>
        </p:nvCxnSpPr>
        <p:spPr>
          <a:xfrm flipV="1">
            <a:off x="5607170" y="974785"/>
            <a:ext cx="0" cy="157911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08FEE1-656F-4A3D-8B0C-5145BF313F92}"/>
              </a:ext>
            </a:extLst>
          </p:cNvPr>
          <p:cNvCxnSpPr>
            <a:cxnSpLocks/>
          </p:cNvCxnSpPr>
          <p:nvPr/>
        </p:nvCxnSpPr>
        <p:spPr>
          <a:xfrm flipH="1">
            <a:off x="4799162" y="2553420"/>
            <a:ext cx="808008" cy="10690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EB61469-5E4A-4E92-BAD2-F2098E864899}"/>
              </a:ext>
            </a:extLst>
          </p:cNvPr>
          <p:cNvCxnSpPr/>
          <p:nvPr/>
        </p:nvCxnSpPr>
        <p:spPr>
          <a:xfrm>
            <a:off x="5607170" y="2554373"/>
            <a:ext cx="167352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2FC8A2-521C-4CB7-AEF1-4C1D50578CF2}"/>
                  </a:ext>
                </a:extLst>
              </p:cNvPr>
              <p:cNvSpPr txBox="1"/>
              <p:nvPr/>
            </p:nvSpPr>
            <p:spPr>
              <a:xfrm>
                <a:off x="4799161" y="3513702"/>
                <a:ext cx="3063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2FC8A2-521C-4CB7-AEF1-4C1D50578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161" y="3513702"/>
                <a:ext cx="30636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6D8DA7-3A1A-495D-B010-B7F83F854DBD}"/>
                  </a:ext>
                </a:extLst>
              </p:cNvPr>
              <p:cNvSpPr txBox="1"/>
              <p:nvPr/>
            </p:nvSpPr>
            <p:spPr>
              <a:xfrm>
                <a:off x="1309499" y="2436659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6D8DA7-3A1A-495D-B010-B7F83F854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499" y="2436659"/>
                <a:ext cx="32791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F1E4C60-3D30-45B9-9342-6B847B008391}"/>
                  </a:ext>
                </a:extLst>
              </p:cNvPr>
              <p:cNvSpPr txBox="1"/>
              <p:nvPr/>
            </p:nvSpPr>
            <p:spPr>
              <a:xfrm>
                <a:off x="5529426" y="2575157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F1E4C60-3D30-45B9-9342-6B847B008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426" y="2575157"/>
                <a:ext cx="32791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41DAA3-F61A-41A0-905B-B3E501F7BD89}"/>
                  </a:ext>
                </a:extLst>
              </p:cNvPr>
              <p:cNvSpPr txBox="1"/>
              <p:nvPr/>
            </p:nvSpPr>
            <p:spPr>
              <a:xfrm>
                <a:off x="7127511" y="2575158"/>
                <a:ext cx="3091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41DAA3-F61A-41A0-905B-B3E501F7B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511" y="2575158"/>
                <a:ext cx="30912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F45C652-8EEC-499C-9ADD-352BFD4FD54F}"/>
                  </a:ext>
                </a:extLst>
              </p:cNvPr>
              <p:cNvSpPr txBox="1"/>
              <p:nvPr/>
            </p:nvSpPr>
            <p:spPr>
              <a:xfrm>
                <a:off x="5607170" y="728458"/>
                <a:ext cx="2962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F45C652-8EEC-499C-9ADD-352BFD4FD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170" y="728458"/>
                <a:ext cx="296299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BCD764E-5D17-4857-AA26-12080E2D3150}"/>
              </a:ext>
            </a:extLst>
          </p:cNvPr>
          <p:cNvSpPr/>
          <p:nvPr/>
        </p:nvSpPr>
        <p:spPr>
          <a:xfrm>
            <a:off x="5883215" y="1440611"/>
            <a:ext cx="1337094" cy="888521"/>
          </a:xfrm>
          <a:custGeom>
            <a:avLst/>
            <a:gdLst>
              <a:gd name="connsiteX0" fmla="*/ 0 w 1337094"/>
              <a:gd name="connsiteY0" fmla="*/ 888521 h 888521"/>
              <a:gd name="connsiteX1" fmla="*/ 276045 w 1337094"/>
              <a:gd name="connsiteY1" fmla="*/ 284672 h 888521"/>
              <a:gd name="connsiteX2" fmla="*/ 776377 w 1337094"/>
              <a:gd name="connsiteY2" fmla="*/ 34506 h 888521"/>
              <a:gd name="connsiteX3" fmla="*/ 1337094 w 1337094"/>
              <a:gd name="connsiteY3" fmla="*/ 0 h 888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094" h="888521">
                <a:moveTo>
                  <a:pt x="0" y="888521"/>
                </a:moveTo>
                <a:cubicBezTo>
                  <a:pt x="73324" y="657764"/>
                  <a:pt x="146649" y="427008"/>
                  <a:pt x="276045" y="284672"/>
                </a:cubicBezTo>
                <a:cubicBezTo>
                  <a:pt x="405441" y="142336"/>
                  <a:pt x="599536" y="81951"/>
                  <a:pt x="776377" y="34506"/>
                </a:cubicBezTo>
                <a:cubicBezTo>
                  <a:pt x="953219" y="-12939"/>
                  <a:pt x="1229264" y="5751"/>
                  <a:pt x="1337094" y="0"/>
                </a:cubicBez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005273-F71B-40CF-BC4D-4EE0BBD61237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6096000" y="1639019"/>
            <a:ext cx="63260" cy="8626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6FDF9A9-61CE-4B8A-8504-8AE8EFF3C076}"/>
              </a:ext>
            </a:extLst>
          </p:cNvPr>
          <p:cNvCxnSpPr>
            <a:cxnSpLocks/>
            <a:stCxn id="42" idx="2"/>
          </p:cNvCxnSpPr>
          <p:nvPr/>
        </p:nvCxnSpPr>
        <p:spPr>
          <a:xfrm flipH="1" flipV="1">
            <a:off x="6581955" y="1380226"/>
            <a:ext cx="77637" cy="9489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28CBEE-FAC0-4720-8145-5178F1CAC5C2}"/>
                  </a:ext>
                </a:extLst>
              </p:cNvPr>
              <p:cNvSpPr txBox="1"/>
              <p:nvPr/>
            </p:nvSpPr>
            <p:spPr>
              <a:xfrm>
                <a:off x="2158600" y="2385204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28CBEE-FAC0-4720-8145-5178F1CAC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600" y="2385204"/>
                <a:ext cx="47641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FCC15C2-2A37-4540-A573-CDAF80B785D8}"/>
                  </a:ext>
                </a:extLst>
              </p:cNvPr>
              <p:cNvSpPr txBox="1"/>
              <p:nvPr/>
            </p:nvSpPr>
            <p:spPr>
              <a:xfrm>
                <a:off x="2593513" y="2394957"/>
                <a:ext cx="3289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FCC15C2-2A37-4540-A573-CDAF80B78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513" y="2394957"/>
                <a:ext cx="32893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649FB1D-7243-4597-8E2C-C2B5286A7E9C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607169" y="1725283"/>
            <a:ext cx="552091" cy="82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7608BB1-FB29-4083-9980-CBE1E17A76AB}"/>
              </a:ext>
            </a:extLst>
          </p:cNvPr>
          <p:cNvCxnSpPr>
            <a:endCxn id="42" idx="2"/>
          </p:cNvCxnSpPr>
          <p:nvPr/>
        </p:nvCxnSpPr>
        <p:spPr>
          <a:xfrm flipV="1">
            <a:off x="5607169" y="1475117"/>
            <a:ext cx="1052423" cy="1074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6DE5AB7-B3A3-497E-9284-1AE20AEF9C0C}"/>
              </a:ext>
            </a:extLst>
          </p:cNvPr>
          <p:cNvCxnSpPr>
            <a:stCxn id="42" idx="1"/>
            <a:endCxn id="42" idx="2"/>
          </p:cNvCxnSpPr>
          <p:nvPr/>
        </p:nvCxnSpPr>
        <p:spPr>
          <a:xfrm flipV="1">
            <a:off x="6159260" y="1475117"/>
            <a:ext cx="500332" cy="250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633FC40-46F6-4BFE-88BC-A3E84F709448}"/>
              </a:ext>
            </a:extLst>
          </p:cNvPr>
          <p:cNvCxnSpPr>
            <a:cxnSpLocks/>
          </p:cNvCxnSpPr>
          <p:nvPr/>
        </p:nvCxnSpPr>
        <p:spPr>
          <a:xfrm>
            <a:off x="2295065" y="2424023"/>
            <a:ext cx="44566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1882EE4-2C07-440D-9C6E-C5825B151DE8}"/>
                  </a:ext>
                </a:extLst>
              </p:cNvPr>
              <p:cNvSpPr txBox="1"/>
              <p:nvPr/>
            </p:nvSpPr>
            <p:spPr>
              <a:xfrm>
                <a:off x="5516441" y="1527830"/>
                <a:ext cx="6817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1882EE4-2C07-440D-9C6E-C5825B151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441" y="1527830"/>
                <a:ext cx="681790" cy="276999"/>
              </a:xfrm>
              <a:prstGeom prst="rect">
                <a:avLst/>
              </a:prstGeom>
              <a:blipFill>
                <a:blip r:embed="rId12"/>
                <a:stretch>
                  <a:fillRect t="-22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A2864EB-CC98-48F5-ABC4-040A323F8537}"/>
                  </a:ext>
                </a:extLst>
              </p:cNvPr>
              <p:cNvSpPr txBox="1"/>
              <p:nvPr/>
            </p:nvSpPr>
            <p:spPr>
              <a:xfrm>
                <a:off x="6593198" y="1187487"/>
                <a:ext cx="5343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A2864EB-CC98-48F5-ABC4-040A323F8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198" y="1187487"/>
                <a:ext cx="534313" cy="276999"/>
              </a:xfrm>
              <a:prstGeom prst="rect">
                <a:avLst/>
              </a:prstGeom>
              <a:blipFill>
                <a:blip r:embed="rId13"/>
                <a:stretch>
                  <a:fillRect t="-22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80D326B-86CE-4649-86BF-F934BE708CD5}"/>
              </a:ext>
            </a:extLst>
          </p:cNvPr>
          <p:cNvCxnSpPr>
            <a:stCxn id="42" idx="1"/>
          </p:cNvCxnSpPr>
          <p:nvPr/>
        </p:nvCxnSpPr>
        <p:spPr>
          <a:xfrm flipV="1">
            <a:off x="6159260" y="1187487"/>
            <a:ext cx="146651" cy="5377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5D11B6E-A2CF-47BE-94BF-D9B213603C2B}"/>
                  </a:ext>
                </a:extLst>
              </p:cNvPr>
              <p:cNvSpPr txBox="1"/>
              <p:nvPr/>
            </p:nvSpPr>
            <p:spPr>
              <a:xfrm>
                <a:off x="6024209" y="866957"/>
                <a:ext cx="348044" cy="29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5D11B6E-A2CF-47BE-94BF-D9B21360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209" y="866957"/>
                <a:ext cx="348044" cy="29944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28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4C3F25-E1E7-476E-85BB-60F3AC1A1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281" y="1742536"/>
            <a:ext cx="6217843" cy="248445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B10876-535E-4498-A071-F556B4AC56B6}"/>
              </a:ext>
            </a:extLst>
          </p:cNvPr>
          <p:cNvCxnSpPr>
            <a:cxnSpLocks/>
          </p:cNvCxnSpPr>
          <p:nvPr/>
        </p:nvCxnSpPr>
        <p:spPr>
          <a:xfrm flipH="1" flipV="1">
            <a:off x="6057900" y="1854679"/>
            <a:ext cx="282516" cy="8022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98AA22-5107-4957-A569-F5A2F83FE1D9}"/>
                  </a:ext>
                </a:extLst>
              </p:cNvPr>
              <p:cNvSpPr txBox="1"/>
              <p:nvPr/>
            </p:nvSpPr>
            <p:spPr>
              <a:xfrm>
                <a:off x="5695591" y="1675432"/>
                <a:ext cx="4744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98AA22-5107-4957-A569-F5A2F83FE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591" y="1675432"/>
                <a:ext cx="4744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C99E67-98DB-48DA-B2E8-C34FB79C3EDD}"/>
              </a:ext>
            </a:extLst>
          </p:cNvPr>
          <p:cNvCxnSpPr>
            <a:cxnSpLocks/>
          </p:cNvCxnSpPr>
          <p:nvPr/>
        </p:nvCxnSpPr>
        <p:spPr>
          <a:xfrm flipV="1">
            <a:off x="6340415" y="2044764"/>
            <a:ext cx="362310" cy="6121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C1E865-8111-40A6-8B44-2CA6F588EC1F}"/>
                  </a:ext>
                </a:extLst>
              </p:cNvPr>
              <p:cNvSpPr txBox="1"/>
              <p:nvPr/>
            </p:nvSpPr>
            <p:spPr>
              <a:xfrm>
                <a:off x="6657130" y="1854679"/>
                <a:ext cx="4744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C1E865-8111-40A6-8B44-2CA6F588E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130" y="1854679"/>
                <a:ext cx="474453" cy="369332"/>
              </a:xfrm>
              <a:prstGeom prst="rect">
                <a:avLst/>
              </a:prstGeom>
              <a:blipFill>
                <a:blip r:embed="rId4"/>
                <a:stretch>
                  <a:fillRect t="-22951" r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79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39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Jinpeng Ma</dc:creator>
  <cp:lastModifiedBy>Jinpeng Ma</cp:lastModifiedBy>
  <cp:revision>5</cp:revision>
  <dcterms:created xsi:type="dcterms:W3CDTF">2025-05-18T07:48:05Z</dcterms:created>
  <dcterms:modified xsi:type="dcterms:W3CDTF">2025-05-19T07:46:31Z</dcterms:modified>
</cp:coreProperties>
</file>