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3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4322-5561-4E15-BA24-A9F675779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53E69-939C-43E2-989C-9FBEB5A9D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7F461-F525-4F81-83F0-DC56E385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00DAB-3749-40C4-A60D-1ECB1015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B4D49-2486-451D-A938-FFD50458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6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6435-70AB-4762-B45C-DF3F15E4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D744-E2AF-4A73-BE44-8E03DB14B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68EF-8109-4427-B0E2-EA07AC7E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1018C-17C2-499F-8D01-1E963E66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B89C1-C4D2-4163-AA1C-9B9D7952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EAEA-4700-4882-9A69-FA3EE909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211E8-70EE-47E2-9DD7-F3F16E97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9BAD-CCCA-480F-92E5-ECA4BEC4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F2577-A6B3-4E3F-ACD7-72B5B13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D948A-42EF-40BC-A4B2-0B4C4DEF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84ED-10DC-4B6C-8300-6970AF13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20FC-809C-4AEF-8E7E-4FB7B21B9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A109D-CE75-4EE7-8771-55885FBC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2379C-E3FA-41DE-AFF8-7FC6866C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45DC5-A0BC-4899-B8F2-9D2FCD65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941B-3460-4147-BB06-18429194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95E3-76ED-4550-A650-00D7FB81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08847-E4DD-4C68-870C-A9BAA9BB1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BB706-38E7-4541-8B20-B387555C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C664A-BE77-42B5-B6F2-F2FCB907D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5B830-BB77-4E7B-AFE1-79A342FE8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BB2E8-7462-4909-90E8-E0DFA7B6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DC6A2-EE4F-4A87-ABA0-A61647EE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A54E5-9053-4384-80BD-F40B4B45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5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AFF5-F032-44F9-8194-27872B5C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15FF5-5870-42EC-A114-7B8B79A4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77961-0D9E-4D53-BD70-E9FE9FAD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28D39-5559-4D25-8DA8-B285C027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1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0FE52-9E54-445A-A4B0-E3E0520A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7990C-9471-4D34-BD71-830573D2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E718B-FF35-46C3-87AC-FB08618A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2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50DA-BBBF-41D2-A286-C20C1868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D42-1D2F-4A4E-8A92-1D2A22C3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4D2B3-BF89-4D7A-9543-02A64BDA1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91428-0DB7-4945-909E-E116C0F2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BFC0-038B-46B9-9A56-958383AE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5882D-6ECA-40AD-A692-E8035E5A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3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FA75-C56D-4245-808E-4911D962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04DB55-8A0F-45FE-8C20-9AB599A03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0DDEC-66E5-4B6F-8988-A3220C6A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3EAFF-E492-45FB-AD4F-599218A45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712A6-1D16-48B3-AC48-2BE8292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F390-4408-4A37-BCE9-D3AA1D15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3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0752-1704-441C-8E0A-3B20205B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F450B-E24D-46F3-BA72-1182B213F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EB14-0FA7-4132-B305-28E8CC57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51D3-E115-4185-95A6-7935C6B3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2B83-A84B-4F01-9D48-802AEF47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E5911-3814-4BF2-8B32-E4B98687C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EE51E-EA46-4ACA-8395-B3FB3EDD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4B70-EDEF-47A8-8295-409B582E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603D-FE5B-40F7-A7C3-AAD3D09D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104E-603A-4CCE-84D6-6C2FB0EB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1F254-7E1D-4ADC-8D97-1D74A8A5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A81BC-70B1-47B3-B047-4F7DE104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DA33F-7DAE-4E82-87EA-62945B863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57DC-28B9-4DBB-84B0-759140EC3D5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5DBF-9454-4F52-81E8-6C071F5BD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5F52-FC11-4423-9EB2-0F9C471DA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4199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419923" cy="276999"/>
              </a:xfrm>
              <a:prstGeom prst="rect">
                <a:avLst/>
              </a:prstGeom>
              <a:blipFill>
                <a:blip r:embed="rId3"/>
                <a:stretch>
                  <a:fillRect l="-18841" t="-2174" r="-7246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>
            <a:cxnSpLocks/>
          </p:cNvCxnSpPr>
          <p:nvPr/>
        </p:nvCxnSpPr>
        <p:spPr>
          <a:xfrm flipH="1" flipV="1">
            <a:off x="4483184" y="2887637"/>
            <a:ext cx="378110" cy="135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55FD85F-35D4-4368-A627-D2FCEDBEE0AF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55FD85F-35D4-4368-A627-D2FCEDBE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row: Curved Down 68">
            <a:extLst>
              <a:ext uri="{FF2B5EF4-FFF2-40B4-BE49-F238E27FC236}">
                <a16:creationId xmlns:a16="http://schemas.microsoft.com/office/drawing/2014/main" id="{E0C5E632-6CD5-48E4-931A-79A3AA05FA50}"/>
              </a:ext>
            </a:extLst>
          </p:cNvPr>
          <p:cNvSpPr/>
          <p:nvPr/>
        </p:nvSpPr>
        <p:spPr>
          <a:xfrm flipH="1" flipV="1">
            <a:off x="2562966" y="4238593"/>
            <a:ext cx="1665612" cy="843533"/>
          </a:xfrm>
          <a:prstGeom prst="curvedDownArrow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FDA9186-ABF7-4BB9-AE8B-31139753E6A1}"/>
                  </a:ext>
                </a:extLst>
              </p:cNvPr>
              <p:cNvSpPr txBox="1"/>
              <p:nvPr/>
            </p:nvSpPr>
            <p:spPr>
              <a:xfrm>
                <a:off x="3181200" y="5168678"/>
                <a:ext cx="414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FDA9186-ABF7-4BB9-AE8B-31139753E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00" y="5168678"/>
                <a:ext cx="414601" cy="276999"/>
              </a:xfrm>
              <a:prstGeom prst="rect">
                <a:avLst/>
              </a:prstGeom>
              <a:blipFill>
                <a:blip r:embed="rId5"/>
                <a:stretch>
                  <a:fillRect l="-19118" t="-2222" r="-588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70921AC-00E8-4979-B5AC-3C9D4E41E5A3}"/>
              </a:ext>
            </a:extLst>
          </p:cNvPr>
          <p:cNvSpPr txBox="1"/>
          <p:nvPr/>
        </p:nvSpPr>
        <p:spPr>
          <a:xfrm>
            <a:off x="1354160" y="4897460"/>
            <a:ext cx="86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线圈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F36A6D-3FE9-4039-8B0F-6226962AF7E3}"/>
              </a:ext>
            </a:extLst>
          </p:cNvPr>
          <p:cNvSpPr txBox="1"/>
          <p:nvPr/>
        </p:nvSpPr>
        <p:spPr>
          <a:xfrm>
            <a:off x="4861294" y="4897460"/>
            <a:ext cx="86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线圈</a:t>
            </a:r>
            <a:r>
              <a:rPr lang="en-US" altLang="zh-C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95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0004536-9CC1-419E-8E0D-A4FB8395B018}"/>
              </a:ext>
            </a:extLst>
          </p:cNvPr>
          <p:cNvSpPr txBox="1"/>
          <p:nvPr/>
        </p:nvSpPr>
        <p:spPr>
          <a:xfrm>
            <a:off x="1211650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0169C3-7C56-412F-B9C0-C67FE237FD13}"/>
              </a:ext>
            </a:extLst>
          </p:cNvPr>
          <p:cNvSpPr txBox="1"/>
          <p:nvPr/>
        </p:nvSpPr>
        <p:spPr>
          <a:xfrm>
            <a:off x="1211650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/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CD56B2-C233-4E40-8769-57659D559F06}"/>
              </a:ext>
            </a:extLst>
          </p:cNvPr>
          <p:cNvCxnSpPr/>
          <p:nvPr/>
        </p:nvCxnSpPr>
        <p:spPr>
          <a:xfrm flipH="1">
            <a:off x="2181375" y="2919930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C58F59-8041-4746-857D-0CDEC748FFA1}"/>
              </a:ext>
            </a:extLst>
          </p:cNvPr>
          <p:cNvCxnSpPr>
            <a:cxnSpLocks/>
          </p:cNvCxnSpPr>
          <p:nvPr/>
        </p:nvCxnSpPr>
        <p:spPr>
          <a:xfrm flipV="1">
            <a:off x="1705348" y="3273786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/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/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3677DC-08CD-4582-B553-BB091DFCE206}"/>
              </a:ext>
            </a:extLst>
          </p:cNvPr>
          <p:cNvCxnSpPr>
            <a:cxnSpLocks/>
          </p:cNvCxnSpPr>
          <p:nvPr/>
        </p:nvCxnSpPr>
        <p:spPr>
          <a:xfrm>
            <a:off x="2806700" y="3876575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6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/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blipFill>
                <a:blip r:embed="rId7"/>
                <a:stretch>
                  <a:fillRect l="-13043" r="-57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/>
          <p:nvPr/>
        </p:nvCxnSpPr>
        <p:spPr>
          <a:xfrm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8"/>
                <a:stretch>
                  <a:fillRect r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E3E162A-E0A4-47AF-93D2-CF7D7A668DFC}"/>
              </a:ext>
            </a:extLst>
          </p:cNvPr>
          <p:cNvCxnSpPr>
            <a:cxnSpLocks/>
          </p:cNvCxnSpPr>
          <p:nvPr/>
        </p:nvCxnSpPr>
        <p:spPr>
          <a:xfrm flipV="1">
            <a:off x="4773933" y="3222255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/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00917CF3-8F1D-4E13-92C8-8D8B90BDB50B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3D7335-B64E-4A76-80D7-B671BDE308FB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10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blipFill>
                <a:blip r:embed="rId11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blipFill>
                <a:blip r:embed="rId12"/>
                <a:stretch>
                  <a:fillRect l="-17647" r="-196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19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70DA-3082-4725-BE1E-7E5CE0A5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77" y="1854593"/>
            <a:ext cx="9127246" cy="314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A48D-7237-41DC-9AD9-C10F4F9A5F61}"/>
              </a:ext>
            </a:extLst>
          </p:cNvPr>
          <p:cNvSpPr txBox="1"/>
          <p:nvPr/>
        </p:nvSpPr>
        <p:spPr>
          <a:xfrm>
            <a:off x="7203545" y="30505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1580-0950-41CD-B9C9-C5DEFA4675C5}"/>
              </a:ext>
            </a:extLst>
          </p:cNvPr>
          <p:cNvSpPr txBox="1"/>
          <p:nvPr/>
        </p:nvSpPr>
        <p:spPr>
          <a:xfrm>
            <a:off x="7203545" y="424128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/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blipFill>
                <a:blip r:embed="rId3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1C042-7C0B-4E78-BD33-915E7EA34B9A}"/>
              </a:ext>
            </a:extLst>
          </p:cNvPr>
          <p:cNvCxnSpPr/>
          <p:nvPr/>
        </p:nvCxnSpPr>
        <p:spPr>
          <a:xfrm flipV="1">
            <a:off x="7458743" y="3036315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/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3131D-19A9-4736-A15E-CBC3102D2DCC}"/>
              </a:ext>
            </a:extLst>
          </p:cNvPr>
          <p:cNvCxnSpPr/>
          <p:nvPr/>
        </p:nvCxnSpPr>
        <p:spPr>
          <a:xfrm flipV="1">
            <a:off x="4668344" y="3036315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/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blipFill>
                <a:blip r:embed="rId5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53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0004536-9CC1-419E-8E0D-A4FB8395B018}"/>
              </a:ext>
            </a:extLst>
          </p:cNvPr>
          <p:cNvSpPr txBox="1"/>
          <p:nvPr/>
        </p:nvSpPr>
        <p:spPr>
          <a:xfrm>
            <a:off x="1211650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0169C3-7C56-412F-B9C0-C67FE237FD13}"/>
              </a:ext>
            </a:extLst>
          </p:cNvPr>
          <p:cNvSpPr txBox="1"/>
          <p:nvPr/>
        </p:nvSpPr>
        <p:spPr>
          <a:xfrm>
            <a:off x="1211650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/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CD56B2-C233-4E40-8769-57659D559F06}"/>
              </a:ext>
            </a:extLst>
          </p:cNvPr>
          <p:cNvCxnSpPr>
            <a:cxnSpLocks/>
          </p:cNvCxnSpPr>
          <p:nvPr/>
        </p:nvCxnSpPr>
        <p:spPr>
          <a:xfrm>
            <a:off x="2181375" y="2919930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C58F59-8041-4746-857D-0CDEC748FFA1}"/>
              </a:ext>
            </a:extLst>
          </p:cNvPr>
          <p:cNvCxnSpPr>
            <a:cxnSpLocks/>
          </p:cNvCxnSpPr>
          <p:nvPr/>
        </p:nvCxnSpPr>
        <p:spPr>
          <a:xfrm>
            <a:off x="1705348" y="3273786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/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/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3677DC-08CD-4582-B553-BB091DFCE206}"/>
              </a:ext>
            </a:extLst>
          </p:cNvPr>
          <p:cNvCxnSpPr>
            <a:cxnSpLocks/>
          </p:cNvCxnSpPr>
          <p:nvPr/>
        </p:nvCxnSpPr>
        <p:spPr>
          <a:xfrm flipV="1">
            <a:off x="2806700" y="3876575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6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/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blipFill>
                <a:blip r:embed="rId7"/>
                <a:stretch>
                  <a:fillRect l="-13043" r="-57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>
            <a:cxnSpLocks/>
          </p:cNvCxnSpPr>
          <p:nvPr/>
        </p:nvCxnSpPr>
        <p:spPr>
          <a:xfrm flipH="1"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8"/>
                <a:stretch>
                  <a:fillRect r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E3E162A-E0A4-47AF-93D2-CF7D7A668DFC}"/>
              </a:ext>
            </a:extLst>
          </p:cNvPr>
          <p:cNvCxnSpPr>
            <a:cxnSpLocks/>
          </p:cNvCxnSpPr>
          <p:nvPr/>
        </p:nvCxnSpPr>
        <p:spPr>
          <a:xfrm>
            <a:off x="4773933" y="3222255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/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00917CF3-8F1D-4E13-92C8-8D8B90BDB50B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3D7335-B64E-4A76-80D7-B671BDE308FB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10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blipFill>
                <a:blip r:embed="rId11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blipFill>
                <a:blip r:embed="rId12"/>
                <a:stretch>
                  <a:fillRect l="-17647" r="-196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04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70DA-3082-4725-BE1E-7E5CE0A5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77" y="1854593"/>
            <a:ext cx="9127246" cy="314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A48D-7237-41DC-9AD9-C10F4F9A5F61}"/>
              </a:ext>
            </a:extLst>
          </p:cNvPr>
          <p:cNvSpPr txBox="1"/>
          <p:nvPr/>
        </p:nvSpPr>
        <p:spPr>
          <a:xfrm>
            <a:off x="7203545" y="30505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1580-0950-41CD-B9C9-C5DEFA4675C5}"/>
              </a:ext>
            </a:extLst>
          </p:cNvPr>
          <p:cNvSpPr txBox="1"/>
          <p:nvPr/>
        </p:nvSpPr>
        <p:spPr>
          <a:xfrm>
            <a:off x="7203545" y="42412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/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blipFill>
                <a:blip r:embed="rId3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1C042-7C0B-4E78-BD33-915E7EA34B9A}"/>
              </a:ext>
            </a:extLst>
          </p:cNvPr>
          <p:cNvCxnSpPr/>
          <p:nvPr/>
        </p:nvCxnSpPr>
        <p:spPr>
          <a:xfrm flipV="1">
            <a:off x="7458743" y="3036315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/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3131D-19A9-4736-A15E-CBC3102D2DCC}"/>
              </a:ext>
            </a:extLst>
          </p:cNvPr>
          <p:cNvCxnSpPr/>
          <p:nvPr/>
        </p:nvCxnSpPr>
        <p:spPr>
          <a:xfrm flipV="1">
            <a:off x="4668344" y="3036315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/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blipFill>
                <a:blip r:embed="rId5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356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51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Jinpeng Ma</cp:lastModifiedBy>
  <cp:revision>40</cp:revision>
  <dcterms:created xsi:type="dcterms:W3CDTF">2025-03-28T09:06:19Z</dcterms:created>
  <dcterms:modified xsi:type="dcterms:W3CDTF">2025-04-17T09:39:04Z</dcterms:modified>
</cp:coreProperties>
</file>